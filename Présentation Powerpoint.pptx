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2" r:id="rId9"/>
    <p:sldId id="260" r:id="rId10"/>
    <p:sldId id="270" r:id="rId11"/>
    <p:sldId id="271" r:id="rId12"/>
    <p:sldId id="272" r:id="rId13"/>
    <p:sldId id="261" r:id="rId14"/>
    <p:sldId id="274" r:id="rId15"/>
    <p:sldId id="275" r:id="rId16"/>
    <p:sldId id="276" r:id="rId17"/>
    <p:sldId id="263" r:id="rId18"/>
    <p:sldId id="279" r:id="rId19"/>
    <p:sldId id="280" r:id="rId20"/>
    <p:sldId id="264" r:id="rId21"/>
    <p:sldId id="265" r:id="rId22"/>
    <p:sldId id="281" r:id="rId23"/>
    <p:sldId id="266" r:id="rId24"/>
    <p:sldId id="267" r:id="rId25"/>
    <p:sldId id="268" r:id="rId26"/>
    <p:sldId id="269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4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ECE0DE-63A1-2208-5886-5A0F5D842395}" v="50" dt="2025-06-03T09:38:38.921"/>
    <p1510:client id="{8ECAAA3F-E3A0-4769-BEEC-8B95833E4324}" v="49" dt="2025-06-03T14:32:52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424" autoAdjust="0"/>
  </p:normalViewPr>
  <p:slideViewPr>
    <p:cSldViewPr snapToGrid="0">
      <p:cViewPr>
        <p:scale>
          <a:sx n="50" d="100"/>
          <a:sy n="50" d="100"/>
        </p:scale>
        <p:origin x="1862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C9312-FFC9-46F4-9968-0CFC6F16D190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F3406-26D4-4AAE-A43E-050C33FDFB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86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206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24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256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220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941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4413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545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224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237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951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613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002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7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17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96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058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F3406-26D4-4AAE-A43E-050C33FDFBC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00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79498-E0B3-7DC5-D8B7-41DE4D36A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C43797-0D8F-23E1-DD30-3DB693DF9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8E1FBB-9779-C0EE-E722-70D9C04F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F7BAF-BFDC-4C4D-8B7D-D1DECFC04978}" type="datetime1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F9838B-D827-FFFD-CE87-258B978D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EB4008-D5C6-3F13-6E1A-CAEA0837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887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2E2A8B-7245-874A-05AA-A9994C2E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8BFF4C-481D-4403-5AB9-EC2CF3E3C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A08059-CEEA-A80C-4CC2-5F321EA7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82C16-22E9-4958-885D-E0C8000ABB91}" type="datetime1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D11941-641B-D5AC-0240-C96F100A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10743E-BF24-5A0B-71DC-A424C0B6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22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684D9C-028D-DBA5-4AE9-C9EAAF4C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4BA87D-C223-AE28-9F59-C755A2C31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E77D45-6A2A-360B-B141-EF0E44B35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1629-DF76-4F3C-BA9C-08F2BDCE2B12}" type="datetime1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515D21-617C-4358-69B2-A78FF032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2659D8-58E2-23EE-193A-1E8781E1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48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95000F-AF16-DEEE-B715-D151942F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9E6038-EB83-70C5-B019-116AD6FDB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34E84E-3DCC-2F66-1E9C-9F6E8F655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2309B4-C4AF-077D-2048-D1B9F7F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59E1-B059-49A5-9875-9714506D9009}" type="datetime1">
              <a:rPr lang="fr-FR" smtClean="0"/>
              <a:t>03/06/2025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1E878B-22F6-0151-E792-4C4B9C2C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7F45BC-1267-AC2A-3740-190DD4653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39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6459A4-9059-4461-691A-ED706076B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DBB4C6-8F14-7F14-BD4A-4BB3BCC65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D3ADBA-EEA8-AE8F-C6C7-758011FD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75F190-0226-55F5-B7EC-CCEB443E1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04B712-65F8-F04F-693B-8F940B85C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E04C2C-70F5-9CEF-B637-DFB432D6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345E-A91E-4574-9FC0-687826EA59E8}" type="datetime1">
              <a:rPr lang="fr-FR" smtClean="0"/>
              <a:t>03/06/2025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B2E36F-EE65-84C6-80D7-CCD58286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41A09AD-383A-3261-418A-83F62CCC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486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38EEE-3AF1-C954-06E0-D1624F55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27BB56-D6D6-1296-0057-2E9DDC33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6EE0-488B-4EB6-A28D-323B8E06F03C}" type="datetime1">
              <a:rPr lang="fr-FR" smtClean="0"/>
              <a:t>03/06/2025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DB00FA-5BD7-45D7-4761-3ECD16A6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A12F21-566E-7794-BA89-32142297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9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048AD3A-77B4-D385-12DC-2BD4932F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FC9C-C37B-426F-AC61-C1A1874F860A}" type="datetime1">
              <a:rPr lang="fr-FR" smtClean="0"/>
              <a:t>03/06/2025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B40AC40-6CF3-091A-DE01-F62CCB27E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527D14-4703-1332-7312-3F438E52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550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3C42F3-FF00-7368-0E46-EFC950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517A38-49B1-356B-BA98-A093BEBAB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A08642-A822-F868-2CFD-9A18170D4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E60E85-2161-D582-7468-8C9A2CAAD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877E-B75F-4BB0-874C-C13914280816}" type="datetime1">
              <a:rPr lang="fr-FR" smtClean="0"/>
              <a:t>03/06/2025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07E1D6-7323-AA96-55CC-91692537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972653-60D3-6071-E6BD-7A428CDA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98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169BDF-B1D4-849A-BAB7-D3CBD25A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8D424A2-35B6-367D-88AC-B5AB162EB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3472DA-7D77-1B6B-ABE8-6AC5F36F9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39D09A-E5C9-070A-FF9E-3DF4B3FE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03122-C10A-4B6A-BEF1-D06DB18ED539}" type="datetime1">
              <a:rPr lang="fr-FR" smtClean="0"/>
              <a:t>03/06/2025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297D4F-819D-C1EA-A7FD-50706B0B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13EDCF-A8E7-1480-1F46-4645964F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F01A2-1AE7-D368-E1CC-CE8AB949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7B7329-98C2-F4D8-1C6A-CC7A8490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77A7E5-8935-B775-86AE-3A0EE3ECC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C8DF3-3432-48BD-AEEB-6569D39CA8BA}" type="datetime1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807F16-F184-0085-E0DF-606A02B2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218EA2-D951-810B-60F1-BB6EB3C3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72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C2B072A-63AE-1D5F-BED1-5A979934A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440A659-D097-F109-BB0E-A95A36C78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B13A9E-78E1-C77E-8D13-A6FC6D14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F2C37-42ED-4E09-8230-5DCFF74E1C87}" type="datetime1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ECA16E-4E07-B55A-AAE2-5AF65F59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39C123-CCE7-8282-689E-E969FE01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50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1C5116-A80E-ADA3-5CA8-217180ABF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77EC17-3AFE-5CCA-67AD-C2AA72B10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DE1BD1-9BC6-A777-1A78-6DA1437DB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32F01-A76D-4E7E-8FF9-D9D882101BC9}" type="datetime1">
              <a:rPr lang="fr-FR" smtClean="0"/>
              <a:t>03/06/2025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97DF7D-3C7A-9B2A-CA00-224B11752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5CEDE9-D02C-94E7-30D7-685B35CDB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7C505-E91C-49D4-8DC4-D4159ED9F7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8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B8F5DB4-898F-848D-5194-2DA9A4EE46B9}"/>
              </a:ext>
            </a:extLst>
          </p:cNvPr>
          <p:cNvSpPr txBox="1"/>
          <p:nvPr/>
        </p:nvSpPr>
        <p:spPr>
          <a:xfrm>
            <a:off x="5121414" y="6025038"/>
            <a:ext cx="1635945" cy="59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spcAft>
                <a:spcPts val="225"/>
              </a:spcAft>
            </a:pP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03-06-2025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C605E27-60F1-363A-D435-FB322393F46F}"/>
              </a:ext>
            </a:extLst>
          </p:cNvPr>
          <p:cNvGrpSpPr/>
          <p:nvPr/>
        </p:nvGrpSpPr>
        <p:grpSpPr>
          <a:xfrm>
            <a:off x="2140654" y="391789"/>
            <a:ext cx="7925068" cy="2620268"/>
            <a:chOff x="2235782" y="1299551"/>
            <a:chExt cx="7450616" cy="2620268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05087B20-E866-7583-8BE1-6E115EC787AC}"/>
                </a:ext>
              </a:extLst>
            </p:cNvPr>
            <p:cNvSpPr txBox="1"/>
            <p:nvPr/>
          </p:nvSpPr>
          <p:spPr>
            <a:xfrm>
              <a:off x="2235782" y="1299551"/>
              <a:ext cx="7450616" cy="251607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  <a:buNone/>
              </a:pPr>
              <a:r>
                <a:rPr lang="fr-FR" sz="3600" b="1" i="0">
                  <a:solidFill>
                    <a:srgbClr val="1A1C1E"/>
                  </a:solidFill>
                  <a:effectLst/>
                  <a:latin typeface="Dubai"/>
                  <a:cs typeface="Dubai"/>
                </a:rPr>
                <a:t>Analyse Forensique : Récupération de Données Supprimées sur Android et </a:t>
              </a:r>
              <a:r>
                <a:rPr lang="fr-FR" sz="3600" b="1">
                  <a:solidFill>
                    <a:srgbClr val="1A1C1E"/>
                  </a:solidFill>
                  <a:latin typeface="Dubai"/>
                  <a:cs typeface="Dubai"/>
                </a:rPr>
                <a:t>Chronologie</a:t>
              </a:r>
              <a:r>
                <a:rPr lang="fr-FR" sz="3600" b="1" i="0">
                  <a:solidFill>
                    <a:srgbClr val="1A1C1E"/>
                  </a:solidFill>
                  <a:effectLst/>
                  <a:latin typeface="Dubai"/>
                  <a:cs typeface="Dubai"/>
                </a:rPr>
                <a:t> des évènements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745167-20FF-B8CA-F299-1BBEA21CA718}"/>
                </a:ext>
              </a:extLst>
            </p:cNvPr>
            <p:cNvSpPr/>
            <p:nvPr/>
          </p:nvSpPr>
          <p:spPr>
            <a:xfrm>
              <a:off x="2366128" y="1357460"/>
              <a:ext cx="7193508" cy="2562359"/>
            </a:xfrm>
            <a:prstGeom prst="rect">
              <a:avLst/>
            </a:prstGeom>
            <a:noFill/>
            <a:ln w="88900" cmpd="tri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7171B2BC-C19E-F7C2-5B7B-A9074F68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44" y="202630"/>
            <a:ext cx="1209844" cy="136226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CE2B22B-C20D-CB0B-3711-669D34FCE2A1}"/>
              </a:ext>
            </a:extLst>
          </p:cNvPr>
          <p:cNvSpPr txBox="1"/>
          <p:nvPr/>
        </p:nvSpPr>
        <p:spPr>
          <a:xfrm>
            <a:off x="2295182" y="3423649"/>
            <a:ext cx="7300624" cy="11483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200000"/>
              </a:lnSpc>
              <a:spcAft>
                <a:spcPts val="225"/>
              </a:spcAft>
            </a:pPr>
            <a:r>
              <a:rPr lang="fr-FR" b="1" dirty="0">
                <a:solidFill>
                  <a:srgbClr val="0070C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 : M. Lamine DEMBELE et M. Jean Arnaud Ateumena Ngueguim</a:t>
            </a:r>
            <a:endParaRPr lang="fr-FR" b="1">
              <a:solidFill>
                <a:srgbClr val="0070C0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ctr">
              <a:lnSpc>
                <a:spcPct val="200000"/>
              </a:lnSpc>
              <a:spcAft>
                <a:spcPts val="225"/>
              </a:spcAft>
            </a:pPr>
            <a:r>
              <a:rPr lang="fr-FR" b="1">
                <a:solidFill>
                  <a:srgbClr val="0070C0"/>
                </a:solidFill>
                <a:latin typeface="Dubai"/>
                <a:cs typeface="Dubai"/>
              </a:rPr>
              <a:t>Module dispensé p</a:t>
            </a:r>
            <a:r>
              <a:rPr lang="fr-FR">
                <a:solidFill>
                  <a:srgbClr val="0070C0"/>
                </a:solidFill>
                <a:latin typeface="Dubai"/>
                <a:cs typeface="Dubai"/>
              </a:rPr>
              <a:t>a</a:t>
            </a:r>
            <a:r>
              <a:rPr lang="fr-FR" b="1">
                <a:solidFill>
                  <a:srgbClr val="0070C0"/>
                </a:solidFill>
                <a:latin typeface="Dubai"/>
                <a:cs typeface="Dubai"/>
              </a:rPr>
              <a:t>r : M. François GONNET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70E5B32-3B50-4272-49CA-675B68856363}"/>
              </a:ext>
            </a:extLst>
          </p:cNvPr>
          <p:cNvSpPr txBox="1"/>
          <p:nvPr/>
        </p:nvSpPr>
        <p:spPr>
          <a:xfrm>
            <a:off x="2888852" y="4829036"/>
            <a:ext cx="6096000" cy="11971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>
              <a:lnSpc>
                <a:spcPts val="1650"/>
              </a:lnSpc>
              <a:buNone/>
            </a:pPr>
            <a:r>
              <a:rPr lang="fr-FR" sz="1800" b="1" i="0" u="none" strike="noStrike">
                <a:solidFill>
                  <a:srgbClr val="000000"/>
                </a:solidFill>
                <a:effectLst/>
                <a:latin typeface="Dubai"/>
                <a:cs typeface="Dubai"/>
              </a:rPr>
              <a:t>Mastère Spécialisé ECRSI</a:t>
            </a:r>
            <a:r>
              <a:rPr lang="en-US" sz="1800" b="0" i="0">
                <a:solidFill>
                  <a:srgbClr val="000000"/>
                </a:solidFill>
                <a:effectLst/>
                <a:latin typeface="Dubai"/>
                <a:cs typeface="Dubai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Dubai"/>
              <a:cs typeface="Dubai"/>
            </a:endParaRPr>
          </a:p>
          <a:p>
            <a:pPr algn="ctr">
              <a:lnSpc>
                <a:spcPts val="1650"/>
              </a:lnSpc>
            </a:pPr>
            <a:endParaRPr lang="en-US">
              <a:solidFill>
                <a:srgbClr val="000000"/>
              </a:solidFill>
              <a:latin typeface="Dubai"/>
              <a:cs typeface="Dubai"/>
            </a:endParaRPr>
          </a:p>
          <a:p>
            <a:pPr algn="ctr" fontAlgn="base">
              <a:lnSpc>
                <a:spcPts val="1650"/>
              </a:lnSpc>
            </a:pPr>
            <a:r>
              <a:rPr lang="fr-FR" sz="1800" b="1" i="0" u="none" strike="noStrike">
                <a:solidFill>
                  <a:srgbClr val="000000"/>
                </a:solidFill>
                <a:effectLst/>
                <a:latin typeface="Dubai"/>
                <a:cs typeface="Dubai"/>
              </a:rPr>
              <a:t>Télécom-Paris</a:t>
            </a:r>
            <a:endParaRPr lang="fr-FR" b="1">
              <a:solidFill>
                <a:srgbClr val="000000"/>
              </a:solidFill>
              <a:latin typeface="Dubai"/>
              <a:cs typeface="Dubai"/>
            </a:endParaRPr>
          </a:p>
          <a:p>
            <a:pPr algn="ctr">
              <a:lnSpc>
                <a:spcPts val="1650"/>
              </a:lnSpc>
            </a:pPr>
            <a:r>
              <a:rPr lang="fr-FR" b="1">
                <a:solidFill>
                  <a:srgbClr val="000000"/>
                </a:solidFill>
                <a:latin typeface="Dubai"/>
                <a:cs typeface="Dubai"/>
              </a:rPr>
              <a:t> </a:t>
            </a:r>
            <a:r>
              <a:rPr lang="en-US" sz="1800" b="0" i="0">
                <a:solidFill>
                  <a:srgbClr val="000000"/>
                </a:solidFill>
                <a:effectLst/>
                <a:latin typeface="Dubai"/>
                <a:cs typeface="Dubai"/>
              </a:rPr>
              <a:t>​</a:t>
            </a:r>
            <a:endParaRPr lang="en-US">
              <a:latin typeface="Dubai"/>
              <a:cs typeface="Dubai"/>
            </a:endParaRPr>
          </a:p>
          <a:p>
            <a:pPr algn="ctr" rtl="0" fontAlgn="base">
              <a:lnSpc>
                <a:spcPts val="1650"/>
              </a:lnSpc>
            </a:pPr>
            <a:r>
              <a:rPr lang="fr-FR" sz="1800" b="1" i="0" u="none" strike="noStrike">
                <a:solidFill>
                  <a:srgbClr val="000000"/>
                </a:solidFill>
                <a:effectLst/>
                <a:latin typeface="Dubai"/>
                <a:cs typeface="Dubai"/>
              </a:rPr>
              <a:t>19, place Marguerite </a:t>
            </a:r>
            <a:r>
              <a:rPr lang="fr-FR" sz="1800" b="1" i="0" u="none" strike="noStrike" err="1">
                <a:solidFill>
                  <a:srgbClr val="000000"/>
                </a:solidFill>
                <a:effectLst/>
                <a:latin typeface="Dubai"/>
                <a:cs typeface="Dubai"/>
              </a:rPr>
              <a:t>Perey</a:t>
            </a:r>
            <a:r>
              <a:rPr lang="fr-FR" sz="1800" b="1" i="0" u="none" strike="noStrike">
                <a:solidFill>
                  <a:srgbClr val="000000"/>
                </a:solidFill>
                <a:effectLst/>
                <a:latin typeface="Dubai"/>
                <a:cs typeface="Dubai"/>
              </a:rPr>
              <a:t>. 91120 Palaiseau – France</a:t>
            </a:r>
            <a:r>
              <a:rPr lang="en-US" sz="1800" b="0" i="0">
                <a:solidFill>
                  <a:srgbClr val="000000"/>
                </a:solidFill>
                <a:effectLst/>
                <a:latin typeface="Dubai"/>
                <a:cs typeface="Dubai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Dubai"/>
              <a:cs typeface="Duba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9AC3D6-7FAF-C143-C727-189FEA386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0979" y="201282"/>
            <a:ext cx="1214194" cy="139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22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0C72CD0-5C5C-3BC5-421B-93B6BFE67DCC}"/>
              </a:ext>
            </a:extLst>
          </p:cNvPr>
          <p:cNvSpPr txBox="1"/>
          <p:nvPr/>
        </p:nvSpPr>
        <p:spPr>
          <a:xfrm>
            <a:off x="292093" y="1244476"/>
            <a:ext cx="6094378" cy="4003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225"/>
              </a:spcAft>
            </a:pPr>
            <a:r>
              <a:rPr lang="fr-FR" b="0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L'Enjeu des Données Supprimées sur Android</a:t>
            </a:r>
          </a:p>
          <a:p>
            <a:pPr marL="742950" lvl="1" indent="-285750" algn="just">
              <a:lnSpc>
                <a:spcPct val="20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Criminalistique mobile : discipline clé pour les enquêtes.</a:t>
            </a:r>
          </a:p>
          <a:p>
            <a:pPr marL="742950" lvl="1" indent="-285750" algn="just">
              <a:lnSpc>
                <a:spcPct val="20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Android : OS mobile le plus répandu, riche en artefacts.</a:t>
            </a:r>
          </a:p>
          <a:p>
            <a:pPr marL="742950" lvl="1" indent="-285750" algn="just">
              <a:lnSpc>
                <a:spcPct val="20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Notre Sujet :</a:t>
            </a:r>
            <a:r>
              <a:rPr lang="fr-FR" b="0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Récupération et analyse de données supprimées (partition de stockage, logcat).</a:t>
            </a:r>
          </a:p>
          <a:p>
            <a:pPr marL="742950" lvl="1" indent="-285750" algn="just">
              <a:lnSpc>
                <a:spcPct val="20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Source d'étude :</a:t>
            </a:r>
            <a:r>
              <a:rPr lang="fr-FR" b="0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Image test Android 11 (Pixel 3, archive logique /data de J. Hickman).</a:t>
            </a:r>
            <a:endParaRPr lang="fr-FR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6076BC7-E2C4-2CCE-5FE2-E5AD38460A7E}"/>
              </a:ext>
            </a:extLst>
          </p:cNvPr>
          <p:cNvSpPr txBox="1"/>
          <p:nvPr/>
        </p:nvSpPr>
        <p:spPr>
          <a:xfrm>
            <a:off x="292093" y="241607"/>
            <a:ext cx="6718954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Introduction - Contexte et Sujet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F8E2F62-371A-0C44-DAEB-1F52BFBB3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759" y="-167640"/>
            <a:ext cx="5486400" cy="78638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C6AA24-03A4-E7EF-8B74-AAB8E57189AD}"/>
              </a:ext>
            </a:extLst>
          </p:cNvPr>
          <p:cNvSpPr/>
          <p:nvPr/>
        </p:nvSpPr>
        <p:spPr>
          <a:xfrm>
            <a:off x="779792" y="5248136"/>
            <a:ext cx="765810" cy="1811190"/>
          </a:xfrm>
          <a:prstGeom prst="rect">
            <a:avLst/>
          </a:prstGeom>
          <a:solidFill>
            <a:srgbClr val="0C1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26B37D-A481-E018-168A-6FDF026D4E00}"/>
              </a:ext>
            </a:extLst>
          </p:cNvPr>
          <p:cNvSpPr/>
          <p:nvPr/>
        </p:nvSpPr>
        <p:spPr>
          <a:xfrm>
            <a:off x="1708967" y="6551883"/>
            <a:ext cx="765810" cy="1811190"/>
          </a:xfrm>
          <a:prstGeom prst="rect">
            <a:avLst/>
          </a:prstGeom>
          <a:solidFill>
            <a:srgbClr val="0C1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823D0BE-EB3B-DCAA-A5C8-1D7B323B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244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470C52-5623-3E98-C806-94EB6A62FA6F}"/>
              </a:ext>
            </a:extLst>
          </p:cNvPr>
          <p:cNvSpPr txBox="1"/>
          <p:nvPr/>
        </p:nvSpPr>
        <p:spPr>
          <a:xfrm>
            <a:off x="3093720" y="456413"/>
            <a:ext cx="72542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350"/>
              </a:spcAft>
            </a:pPr>
            <a:r>
              <a:rPr lang="en-US" sz="4400" b="1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Objectifs</a:t>
            </a:r>
            <a:r>
              <a:rPr lang="en-US" sz="44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4400" b="1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l'Investigation</a:t>
            </a:r>
            <a:endParaRPr lang="en-US" sz="4400" b="0" i="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23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Image 7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D9C82D37-EC45-C5EC-48CE-542A25DFC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949451"/>
            <a:ext cx="4777381" cy="478935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BF5B83A-3329-EF61-0A57-ED051D250282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Aft>
                <a:spcPts val="225"/>
              </a:spcAft>
            </a:pPr>
            <a:r>
              <a:rPr lang="en-US" b="0" i="0" dirty="0">
                <a:effectLst/>
              </a:rPr>
              <a:t>Nos </a:t>
            </a:r>
            <a:r>
              <a:rPr lang="en-US" b="0" i="0" dirty="0" err="1">
                <a:effectLst/>
              </a:rPr>
              <a:t>objectifs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visés</a:t>
            </a:r>
            <a:r>
              <a:rPr lang="en-US" b="0" i="0" dirty="0">
                <a:effectLst/>
              </a:rPr>
              <a:t> :</a:t>
            </a:r>
          </a:p>
          <a:p>
            <a:pPr marL="800100" lvl="1" indent="-285750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</a:rPr>
              <a:t>🔍 </a:t>
            </a:r>
            <a:r>
              <a:rPr lang="en-US" b="1" i="0" dirty="0">
                <a:effectLst/>
              </a:rPr>
              <a:t>Explorer</a:t>
            </a:r>
            <a:r>
              <a:rPr lang="en-US" b="0" i="0" dirty="0">
                <a:effectLst/>
              </a:rPr>
              <a:t> les </a:t>
            </a:r>
            <a:r>
              <a:rPr lang="en-US" b="0" i="0" dirty="0" err="1">
                <a:effectLst/>
              </a:rPr>
              <a:t>mécanismes</a:t>
            </a:r>
            <a:r>
              <a:rPr lang="en-US" b="0" i="0" dirty="0">
                <a:effectLst/>
              </a:rPr>
              <a:t> de suppression de données sur Android.</a:t>
            </a:r>
          </a:p>
          <a:p>
            <a:pPr marL="800100" lvl="1" indent="-285750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</a:rPr>
              <a:t>📊 </a:t>
            </a:r>
            <a:r>
              <a:rPr lang="en-US" b="1" i="0" dirty="0" err="1">
                <a:effectLst/>
              </a:rPr>
              <a:t>Analyser</a:t>
            </a:r>
            <a:r>
              <a:rPr lang="en-US" b="0" i="0" dirty="0">
                <a:effectLst/>
              </a:rPr>
              <a:t> les artefacts de Google Photos pour traces de suppression.</a:t>
            </a:r>
          </a:p>
          <a:p>
            <a:pPr marL="800100" lvl="1" indent="-285750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</a:rPr>
              <a:t>🛠️ </a:t>
            </a:r>
            <a:r>
              <a:rPr lang="en-US" b="1" i="0" dirty="0" err="1">
                <a:effectLst/>
              </a:rPr>
              <a:t>Démontrer</a:t>
            </a:r>
            <a:r>
              <a:rPr lang="en-US" b="0" i="0" dirty="0">
                <a:effectLst/>
              </a:rPr>
              <a:t> la </a:t>
            </a:r>
            <a:r>
              <a:rPr lang="en-US" b="0" i="0" dirty="0" err="1">
                <a:effectLst/>
              </a:rPr>
              <a:t>récupération</a:t>
            </a:r>
            <a:r>
              <a:rPr lang="en-US" b="0" i="0" dirty="0">
                <a:effectLst/>
              </a:rPr>
              <a:t> par file carving</a:t>
            </a:r>
            <a:r>
              <a:rPr lang="en-US" dirty="0"/>
              <a:t> via </a:t>
            </a:r>
            <a:r>
              <a:rPr lang="en-US" dirty="0" err="1"/>
              <a:t>une</a:t>
            </a:r>
            <a:r>
              <a:rPr lang="en-US" dirty="0"/>
              <a:t> simulation.</a:t>
            </a:r>
            <a:endParaRPr lang="en-US" b="0" i="0" dirty="0">
              <a:effectLst/>
            </a:endParaRPr>
          </a:p>
          <a:p>
            <a:pPr marL="800100" lvl="1" indent="-285750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</a:rPr>
              <a:t>⏳ </a:t>
            </a:r>
            <a:r>
              <a:rPr lang="en-US" b="1" i="0" dirty="0" err="1">
                <a:effectLst/>
              </a:rPr>
              <a:t>Reconstituer</a:t>
            </a:r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une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chronologie</a:t>
            </a:r>
            <a:r>
              <a:rPr lang="en-US" b="0" i="0" dirty="0">
                <a:effectLst/>
              </a:rPr>
              <a:t> des </a:t>
            </a:r>
            <a:r>
              <a:rPr lang="en-US" b="0" i="0" dirty="0" err="1">
                <a:effectLst/>
              </a:rPr>
              <a:t>événements</a:t>
            </a:r>
            <a:r>
              <a:rPr lang="en-US" b="0" i="0" dirty="0">
                <a:effectLst/>
              </a:rPr>
              <a:t>.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91C7117-0283-8759-C70D-D61D7144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97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DBD564F-1BCD-FF6A-D521-CA6DA53BB0EB}"/>
              </a:ext>
            </a:extLst>
          </p:cNvPr>
          <p:cNvSpPr txBox="1"/>
          <p:nvPr/>
        </p:nvSpPr>
        <p:spPr>
          <a:xfrm>
            <a:off x="629614" y="1386115"/>
            <a:ext cx="9199935" cy="443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Notre </a:t>
            </a:r>
            <a:r>
              <a:rPr lang="fr-FR">
                <a:solidFill>
                  <a:srgbClr val="1A1C1E"/>
                </a:solidFill>
                <a:latin typeface="Google Sans Text"/>
              </a:rPr>
              <a:t>d</a:t>
            </a: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émarche d’analyse s’est articulée au tour des points suivant :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>
                <a:solidFill>
                  <a:srgbClr val="1A1C1E"/>
                </a:solidFill>
                <a:effectLst/>
                <a:latin typeface="Google Sans Text"/>
              </a:rPr>
              <a:t>Image Android (</a:t>
            </a:r>
            <a:r>
              <a:rPr lang="fr-FR" b="1" i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.tar</a:t>
            </a:r>
            <a:r>
              <a:rPr lang="fr-FR" b="1" i="0">
                <a:solidFill>
                  <a:srgbClr val="1A1C1E"/>
                </a:solidFill>
                <a:effectLst/>
                <a:latin typeface="Google Sans Text"/>
              </a:rPr>
              <a:t>) :</a:t>
            </a:r>
            <a:endParaRPr lang="fr-FR" b="0" i="0">
              <a:solidFill>
                <a:srgbClr val="1A1C1E"/>
              </a:solidFill>
              <a:effectLst/>
              <a:latin typeface="Google Sans Text"/>
            </a:endParaRPr>
          </a:p>
          <a:p>
            <a:pPr marL="1200150" lvl="2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Ø"/>
            </a:pP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Vérification d'intégrité.</a:t>
            </a:r>
          </a:p>
          <a:p>
            <a:pPr marL="1200150" lvl="2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Ø"/>
            </a:pP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Traitement avec Autopsy.</a:t>
            </a:r>
          </a:p>
          <a:p>
            <a:pPr marL="1200150" lvl="2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Ø"/>
            </a:pP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Analyse ciblée des bases de données Google Photos (SQLite).</a:t>
            </a:r>
          </a:p>
          <a:p>
            <a:pPr marL="1200150" lvl="2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Ø"/>
            </a:pP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Examen du </a:t>
            </a:r>
            <a:r>
              <a:rPr lang="fr-FR" b="0" i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logcat</a:t>
            </a: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 (Magnet ACQUIRE).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>
                <a:solidFill>
                  <a:srgbClr val="1A1C1E"/>
                </a:solidFill>
                <a:effectLst/>
                <a:latin typeface="Google Sans Text"/>
              </a:rPr>
              <a:t>Simulation File Carving :</a:t>
            </a:r>
            <a:endParaRPr lang="fr-FR" b="0" i="0">
              <a:solidFill>
                <a:srgbClr val="1A1C1E"/>
              </a:solidFill>
              <a:effectLst/>
              <a:latin typeface="Google Sans Text"/>
            </a:endParaRPr>
          </a:p>
          <a:p>
            <a:pPr marL="1200150" lvl="2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Ø"/>
            </a:pP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Création d'une image disque test (</a:t>
            </a:r>
            <a:r>
              <a:rPr lang="fr-FR" b="0" i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.dd</a:t>
            </a: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 via WSL).</a:t>
            </a:r>
          </a:p>
          <a:p>
            <a:pPr marL="1200150" lvl="2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Ø"/>
            </a:pP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Analyse avec Autopsy (module de carving).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>
                <a:solidFill>
                  <a:srgbClr val="1A1C1E"/>
                </a:solidFill>
                <a:effectLst/>
                <a:latin typeface="Google Sans Text"/>
              </a:rPr>
              <a:t>Appui constant :</a:t>
            </a:r>
            <a:r>
              <a:rPr lang="fr-FR" b="0" i="0">
                <a:solidFill>
                  <a:srgbClr val="1A1C1E"/>
                </a:solidFill>
                <a:effectLst/>
                <a:latin typeface="Google Sans Text"/>
              </a:rPr>
              <a:t> Documentation de J. Hickman &amp; logs d'acquisition.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E4741EF-8E19-41F8-E27C-EFAD7312E138}"/>
              </a:ext>
            </a:extLst>
          </p:cNvPr>
          <p:cNvSpPr txBox="1"/>
          <p:nvPr/>
        </p:nvSpPr>
        <p:spPr>
          <a:xfrm>
            <a:off x="1778524" y="200187"/>
            <a:ext cx="8389855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>
                <a:solidFill>
                  <a:srgbClr val="1A1C1E"/>
                </a:solidFill>
                <a:effectLst/>
                <a:latin typeface="Google Sans Text"/>
              </a:rPr>
              <a:t>Méthodologie – Approche Générale</a:t>
            </a:r>
            <a:endParaRPr lang="fr-FR" sz="3600" b="0" i="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B38549A-FC49-1F8B-1C39-598B235F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717" y="1418382"/>
            <a:ext cx="2007981" cy="103525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C2FCAC0-AD58-EEB7-A85B-CA24DE775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7685" y="1418383"/>
            <a:ext cx="1305704" cy="103525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CFA6F6B-988C-C8F5-2293-671833870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673" y="2974814"/>
            <a:ext cx="1794977" cy="71385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659D9D6-440B-C5C2-C2A8-8E2D62FC0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679" y="4194794"/>
            <a:ext cx="2594006" cy="71385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90DC21E-C5A3-4E5B-BAE8-B5BA62E10FE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"/>
          </a:blip>
          <a:stretch>
            <a:fillRect/>
          </a:stretch>
        </p:blipFill>
        <p:spPr>
          <a:xfrm>
            <a:off x="-811218" y="-1841305"/>
            <a:ext cx="9199935" cy="13499905"/>
          </a:xfrm>
          <a:prstGeom prst="rect">
            <a:avLst/>
          </a:prstGeom>
        </p:spPr>
      </p:pic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685E3B29-7DD8-3C00-ED8D-EF38431B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4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025FCCD-DD5F-6CA8-6CDD-218B87E19A0F}"/>
              </a:ext>
            </a:extLst>
          </p:cNvPr>
          <p:cNvSpPr txBox="1"/>
          <p:nvPr/>
        </p:nvSpPr>
        <p:spPr>
          <a:xfrm>
            <a:off x="1322486" y="1452284"/>
            <a:ext cx="7906356" cy="177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Notre première piste a été la table local_trash.db :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Attente : Trouver les infos de la corbeille ici.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Constat :</a:t>
            </a:r>
            <a:r>
              <a:rPr lang="fr-FR" b="0" i="0" dirty="0">
                <a:solidFill>
                  <a:srgbClr val="1A1C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Tables vides dans notre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dataset</a:t>
            </a:r>
            <a:r>
              <a:rPr lang="fr-FR" b="0" i="0" dirty="0">
                <a:solidFill>
                  <a:srgbClr val="1A1C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Hypothèses : Corbeille vidée ? Autre mécanisme de journalisation ?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41412F-83B4-291E-A769-13446B4EE9D9}"/>
              </a:ext>
            </a:extLst>
          </p:cNvPr>
          <p:cNvSpPr txBox="1"/>
          <p:nvPr/>
        </p:nvSpPr>
        <p:spPr>
          <a:xfrm>
            <a:off x="1322486" y="312362"/>
            <a:ext cx="10388338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Le Cas de </a:t>
            </a:r>
            <a:r>
              <a:rPr lang="fr-FR" sz="3600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local_trash.db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99662B46-9813-32C0-29AD-81E3D012680B}"/>
              </a:ext>
            </a:extLst>
          </p:cNvPr>
          <p:cNvGrpSpPr/>
          <p:nvPr/>
        </p:nvGrpSpPr>
        <p:grpSpPr>
          <a:xfrm>
            <a:off x="1081090" y="3304839"/>
            <a:ext cx="10459910" cy="2219635"/>
            <a:chOff x="1141588" y="3429000"/>
            <a:chExt cx="10459910" cy="2219635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EE51ABFF-5FE4-6100-6EEF-3BC0212B4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1588" y="3429000"/>
              <a:ext cx="10459910" cy="221963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DE2966-70A5-30B0-C793-6F42AA0F6527}"/>
                </a:ext>
              </a:extLst>
            </p:cNvPr>
            <p:cNvSpPr/>
            <p:nvPr/>
          </p:nvSpPr>
          <p:spPr>
            <a:xfrm>
              <a:off x="1141588" y="4538817"/>
              <a:ext cx="10459910" cy="11098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B5E5A7DE-3009-C712-64EE-69A65DDB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339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E40118C-4CDA-7C46-545A-5F11122F2B70}"/>
              </a:ext>
            </a:extLst>
          </p:cNvPr>
          <p:cNvSpPr txBox="1"/>
          <p:nvPr/>
        </p:nvSpPr>
        <p:spPr>
          <a:xfrm>
            <a:off x="728717" y="1410616"/>
            <a:ext cx="5755211" cy="3475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Eurêka !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dans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gphotos-1.db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Analyse de la table </a:t>
            </a:r>
            <a:r>
              <a:rPr lang="fr-FR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media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: identification de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3 entrées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non nuls.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Conversion UTC et correspondance parfaite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 les suppressions documentées par J.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Hickman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(2020-10-04 ~01:01-01:02 UTC).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Preuve directe de la mise à la corbeille.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D94591-F190-691E-ACE8-23C62A794FF0}"/>
              </a:ext>
            </a:extLst>
          </p:cNvPr>
          <p:cNvSpPr txBox="1"/>
          <p:nvPr/>
        </p:nvSpPr>
        <p:spPr>
          <a:xfrm>
            <a:off x="641022" y="210228"/>
            <a:ext cx="106994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La découverte </a:t>
            </a:r>
            <a:r>
              <a:rPr lang="fr-FR" sz="3600" b="1" dirty="0">
                <a:solidFill>
                  <a:srgbClr val="1A1C1E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lé : trash_timestamp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!!table_media">
            <a:extLst>
              <a:ext uri="{FF2B5EF4-FFF2-40B4-BE49-F238E27FC236}">
                <a16:creationId xmlns:a16="http://schemas.microsoft.com/office/drawing/2014/main" id="{6BE9DF65-EE2A-8AF5-301B-DD261B499518}"/>
              </a:ext>
            </a:extLst>
          </p:cNvPr>
          <p:cNvSpPr/>
          <p:nvPr/>
        </p:nvSpPr>
        <p:spPr>
          <a:xfrm>
            <a:off x="1914004" y="6858000"/>
            <a:ext cx="8581968" cy="544738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0A5EC7-1A7D-D897-1163-1541B9F4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42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87FC-834E-D46A-CED6-DB840486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C814A0B-8E1F-5326-8846-6C9440A150D7}"/>
              </a:ext>
            </a:extLst>
          </p:cNvPr>
          <p:cNvSpPr txBox="1"/>
          <p:nvPr/>
        </p:nvSpPr>
        <p:spPr>
          <a:xfrm>
            <a:off x="728717" y="1410616"/>
            <a:ext cx="5755211" cy="3475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Eurêka !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dans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gphotos-1.db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Analyse de la table </a:t>
            </a:r>
            <a:r>
              <a:rPr lang="fr-FR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media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: identification de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3 entrées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non nuls.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Conversion UTC et correspondance parfaite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 les suppressions documentées par J.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Hickman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(2020-10-04 ~01:01-01:02 UTC).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Preuve directe de la mise à la corbeille.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8395FBD-8EFA-E7E1-5D85-E22B8D983B83}"/>
              </a:ext>
            </a:extLst>
          </p:cNvPr>
          <p:cNvSpPr txBox="1"/>
          <p:nvPr/>
        </p:nvSpPr>
        <p:spPr>
          <a:xfrm>
            <a:off x="641022" y="210228"/>
            <a:ext cx="106994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La découverte </a:t>
            </a:r>
            <a:r>
              <a:rPr lang="fr-FR" sz="3600" b="1" dirty="0">
                <a:solidFill>
                  <a:srgbClr val="1A1C1E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lé : trash_timestamp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!!table_media">
            <a:extLst>
              <a:ext uri="{FF2B5EF4-FFF2-40B4-BE49-F238E27FC236}">
                <a16:creationId xmlns:a16="http://schemas.microsoft.com/office/drawing/2014/main" id="{0F60183C-265E-F02F-BED6-B51E00F35CB4}"/>
              </a:ext>
            </a:extLst>
          </p:cNvPr>
          <p:cNvSpPr/>
          <p:nvPr/>
        </p:nvSpPr>
        <p:spPr>
          <a:xfrm>
            <a:off x="728717" y="1410616"/>
            <a:ext cx="10397382" cy="463081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42516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3" name="!!conversion_utc1">
            <a:extLst>
              <a:ext uri="{FF2B5EF4-FFF2-40B4-BE49-F238E27FC236}">
                <a16:creationId xmlns:a16="http://schemas.microsoft.com/office/drawing/2014/main" id="{BFB102CE-CA38-9837-8DCF-D1B1DFDFB1A6}"/>
              </a:ext>
            </a:extLst>
          </p:cNvPr>
          <p:cNvSpPr txBox="1"/>
          <p:nvPr/>
        </p:nvSpPr>
        <p:spPr>
          <a:xfrm>
            <a:off x="11785600" y="3817557"/>
            <a:ext cx="6096000" cy="213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01:02:35 UTC</a:t>
            </a: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01:02:07 UTC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01:01:01 UTC</a:t>
            </a: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3F2A99-993E-FE4B-67A5-9A2957EB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834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F9842-12E8-36EC-971B-7BFF68C52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44E8EDE-6AE3-DE41-95E4-276A4E186860}"/>
              </a:ext>
            </a:extLst>
          </p:cNvPr>
          <p:cNvSpPr txBox="1"/>
          <p:nvPr/>
        </p:nvSpPr>
        <p:spPr>
          <a:xfrm>
            <a:off x="728717" y="1410616"/>
            <a:ext cx="5755211" cy="3475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Eurêka !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dans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gphotos-1.db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Analyse de la table </a:t>
            </a:r>
            <a:r>
              <a:rPr lang="fr-FR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media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: identification de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3 entrées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non nuls.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Conversion UTC et correspondance parfaite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 les suppressions documentées par J.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Hickman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(2020-10-04 ~01:01-01:02 UTC).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Preuve directe de la mise à la corbeille.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BA2EF19-DF55-D82C-D1CF-0C3CDC22E25F}"/>
              </a:ext>
            </a:extLst>
          </p:cNvPr>
          <p:cNvSpPr txBox="1"/>
          <p:nvPr/>
        </p:nvSpPr>
        <p:spPr>
          <a:xfrm>
            <a:off x="641022" y="210228"/>
            <a:ext cx="106994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La découverte </a:t>
            </a:r>
            <a:r>
              <a:rPr lang="fr-FR" sz="3600" b="1" dirty="0">
                <a:solidFill>
                  <a:srgbClr val="1A1C1E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lé : trash_timestamp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!!table_media">
            <a:extLst>
              <a:ext uri="{FF2B5EF4-FFF2-40B4-BE49-F238E27FC236}">
                <a16:creationId xmlns:a16="http://schemas.microsoft.com/office/drawing/2014/main" id="{02A4C470-099D-3927-7D24-A72DF556AF6C}"/>
              </a:ext>
            </a:extLst>
          </p:cNvPr>
          <p:cNvSpPr/>
          <p:nvPr/>
        </p:nvSpPr>
        <p:spPr>
          <a:xfrm>
            <a:off x="728717" y="1410616"/>
            <a:ext cx="8191763" cy="463081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" r="-27164" b="-42516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3" name="!!conversion_utc1">
            <a:extLst>
              <a:ext uri="{FF2B5EF4-FFF2-40B4-BE49-F238E27FC236}">
                <a16:creationId xmlns:a16="http://schemas.microsoft.com/office/drawing/2014/main" id="{B30C474D-06B1-A9BD-8FCA-64ECAD66F5C3}"/>
              </a:ext>
            </a:extLst>
          </p:cNvPr>
          <p:cNvSpPr txBox="1"/>
          <p:nvPr/>
        </p:nvSpPr>
        <p:spPr>
          <a:xfrm>
            <a:off x="8292445" y="3817557"/>
            <a:ext cx="6096000" cy="213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01:02:35 UTC</a:t>
            </a: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01:02:07 UTC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01:01:01 UTC</a:t>
            </a: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53B5F27-8A65-F733-28F2-544EEA08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0628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FD1F-1064-8BF5-F370-36E057B8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FC5EFDC-3305-F2A8-711A-EA716C4C0C98}"/>
              </a:ext>
            </a:extLst>
          </p:cNvPr>
          <p:cNvSpPr txBox="1"/>
          <p:nvPr/>
        </p:nvSpPr>
        <p:spPr>
          <a:xfrm>
            <a:off x="728717" y="1410616"/>
            <a:ext cx="5755211" cy="3475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Eurêka !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dans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gphotos-1.db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Analyse de la table </a:t>
            </a:r>
            <a:r>
              <a:rPr lang="fr-FR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media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: identification de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3 entrées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non nuls.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Conversion UTC et correspondance parfaite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avec les suppressions documentées par J.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Hickman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(2020-10-04 ~01:01-01:02 UTC).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Preuve directe de la mise à la corbeille.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F706D0F-27EC-B13F-AF7E-768EA03944CC}"/>
              </a:ext>
            </a:extLst>
          </p:cNvPr>
          <p:cNvSpPr txBox="1"/>
          <p:nvPr/>
        </p:nvSpPr>
        <p:spPr>
          <a:xfrm>
            <a:off x="641022" y="210228"/>
            <a:ext cx="106994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La découverte </a:t>
            </a:r>
            <a:r>
              <a:rPr lang="fr-FR" sz="3600" b="1" dirty="0">
                <a:solidFill>
                  <a:srgbClr val="1A1C1E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lé : trash_timestamp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!!table_media">
            <a:extLst>
              <a:ext uri="{FF2B5EF4-FFF2-40B4-BE49-F238E27FC236}">
                <a16:creationId xmlns:a16="http://schemas.microsoft.com/office/drawing/2014/main" id="{E41A631E-DD02-68D0-D581-CED95FF3676B}"/>
              </a:ext>
            </a:extLst>
          </p:cNvPr>
          <p:cNvSpPr/>
          <p:nvPr/>
        </p:nvSpPr>
        <p:spPr>
          <a:xfrm>
            <a:off x="6309360" y="1228888"/>
            <a:ext cx="2788920" cy="383940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1686" t="-64765" r="-163446" b="-7005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3" name="!!conversion_utc1">
            <a:extLst>
              <a:ext uri="{FF2B5EF4-FFF2-40B4-BE49-F238E27FC236}">
                <a16:creationId xmlns:a16="http://schemas.microsoft.com/office/drawing/2014/main" id="{8998C429-8D40-3F6B-38D3-0CA4A4EE036E}"/>
              </a:ext>
            </a:extLst>
          </p:cNvPr>
          <p:cNvSpPr txBox="1"/>
          <p:nvPr/>
        </p:nvSpPr>
        <p:spPr>
          <a:xfrm>
            <a:off x="8415283" y="1637612"/>
            <a:ext cx="6096000" cy="343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2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01:02:35 UTC</a:t>
            </a: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2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01:02:07 UTC</a:t>
            </a:r>
          </a:p>
          <a:p>
            <a:pPr marL="742950" lvl="1" indent="-285750" algn="just">
              <a:lnSpc>
                <a:spcPct val="2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2020-10-04 01:01:01 UTC</a:t>
            </a: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2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2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E20E5F3-3E4D-4482-067D-6D2AFD06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972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2A3A4B1-5635-56C4-0B26-54D90725251B}"/>
              </a:ext>
            </a:extLst>
          </p:cNvPr>
          <p:cNvSpPr txBox="1"/>
          <p:nvPr/>
        </p:nvSpPr>
        <p:spPr>
          <a:xfrm>
            <a:off x="501990" y="1183710"/>
            <a:ext cx="8849738" cy="348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Plus de Détails : local_media et la Rétention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Corrélation (</a:t>
            </a:r>
            <a:r>
              <a:rPr lang="fr-FR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dedup_key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entre media et local_media pour obtenir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filepath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et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filename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originaux.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Découverte de </a:t>
            </a: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purge_timestamp 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dans local_media.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Interprétation :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Délai de rétention d'environ 30 jours (ex: mis à la corbeille le 4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purge prévue le 3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Nov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Conclusion : Fichiers encore "récupérables" de la corbeille de l'app au moment de l'acquisition (5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d’après la documentation de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Hackim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</p:txBody>
      </p:sp>
      <p:sp>
        <p:nvSpPr>
          <p:cNvPr id="7" name="!!champ_purge_timestamp">
            <a:extLst>
              <a:ext uri="{FF2B5EF4-FFF2-40B4-BE49-F238E27FC236}">
                <a16:creationId xmlns:a16="http://schemas.microsoft.com/office/drawing/2014/main" id="{5A13E5AE-5242-8B3E-390E-3A9E1D632DD2}"/>
              </a:ext>
            </a:extLst>
          </p:cNvPr>
          <p:cNvSpPr txBox="1"/>
          <p:nvPr/>
        </p:nvSpPr>
        <p:spPr>
          <a:xfrm>
            <a:off x="501990" y="21825"/>
            <a:ext cx="11188019" cy="845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Google Photos –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local_media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 et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purge_timestamp</a:t>
            </a:r>
            <a:endParaRPr lang="fr-FR" sz="3600" b="0" i="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8" name="!!filename_et_filepath">
            <a:extLst>
              <a:ext uri="{FF2B5EF4-FFF2-40B4-BE49-F238E27FC236}">
                <a16:creationId xmlns:a16="http://schemas.microsoft.com/office/drawing/2014/main" id="{33CE0898-011B-94DF-356C-114BE49D4ADE}"/>
              </a:ext>
            </a:extLst>
          </p:cNvPr>
          <p:cNvSpPr/>
          <p:nvPr/>
        </p:nvSpPr>
        <p:spPr>
          <a:xfrm>
            <a:off x="163111" y="6836175"/>
            <a:ext cx="11865776" cy="2320608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2263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68C47-697E-A2F9-748F-D3DC7A978DFD}"/>
              </a:ext>
            </a:extLst>
          </p:cNvPr>
          <p:cNvSpPr/>
          <p:nvPr/>
        </p:nvSpPr>
        <p:spPr>
          <a:xfrm>
            <a:off x="163111" y="7350972"/>
            <a:ext cx="11865776" cy="37795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3803877-CB58-E135-CA28-32B0AC9C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79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97179-6065-78D2-F388-AE4D065E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CC8FF52-CF41-CEB3-77C9-473EE95F7546}"/>
              </a:ext>
            </a:extLst>
          </p:cNvPr>
          <p:cNvSpPr txBox="1"/>
          <p:nvPr/>
        </p:nvSpPr>
        <p:spPr>
          <a:xfrm>
            <a:off x="501990" y="1183710"/>
            <a:ext cx="8849738" cy="348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Plus de Détails : local_media et la Rétention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Corrélation (</a:t>
            </a:r>
            <a:r>
              <a:rPr lang="fr-FR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dedup_key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entre media et local_media pour obtenir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filepath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et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filename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originaux.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Découverte de </a:t>
            </a: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purge_timestamp 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dans local_media.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Interprétation :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Délai de rétention d'environ 30 jours (ex: mis à la corbeille le 4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purge prévue le 3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Nov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Conclusion : Fichiers encore "récupérables" de la corbeille de l'app au moment de l'acquisition (5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d’après la documentation de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Hackim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</p:txBody>
      </p:sp>
      <p:sp>
        <p:nvSpPr>
          <p:cNvPr id="7" name="!!champ_purge_timestamp">
            <a:extLst>
              <a:ext uri="{FF2B5EF4-FFF2-40B4-BE49-F238E27FC236}">
                <a16:creationId xmlns:a16="http://schemas.microsoft.com/office/drawing/2014/main" id="{E7DB2D22-1DBF-B45A-D1F1-00778B3EE8BC}"/>
              </a:ext>
            </a:extLst>
          </p:cNvPr>
          <p:cNvSpPr txBox="1"/>
          <p:nvPr/>
        </p:nvSpPr>
        <p:spPr>
          <a:xfrm>
            <a:off x="501990" y="21825"/>
            <a:ext cx="11188019" cy="845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Google Photos –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local_media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 et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purge_timestamp</a:t>
            </a:r>
            <a:endParaRPr lang="fr-FR" sz="3600" b="0" i="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8" name="!!filename_et_filepath">
            <a:extLst>
              <a:ext uri="{FF2B5EF4-FFF2-40B4-BE49-F238E27FC236}">
                <a16:creationId xmlns:a16="http://schemas.microsoft.com/office/drawing/2014/main" id="{84A62DA9-6BFC-FB57-5B8C-8A9EB48BCFF1}"/>
              </a:ext>
            </a:extLst>
          </p:cNvPr>
          <p:cNvSpPr/>
          <p:nvPr/>
        </p:nvSpPr>
        <p:spPr>
          <a:xfrm>
            <a:off x="244134" y="3037858"/>
            <a:ext cx="11865776" cy="232060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2263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61520C-CB09-29F5-1959-2F6AC04EB792}"/>
              </a:ext>
            </a:extLst>
          </p:cNvPr>
          <p:cNvSpPr/>
          <p:nvPr/>
        </p:nvSpPr>
        <p:spPr>
          <a:xfrm>
            <a:off x="163111" y="7350972"/>
            <a:ext cx="11865776" cy="37795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8E1FF52-A8E3-33B5-7FEF-BB852735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793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544C-7206-E9FC-80CD-1F447B5E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17B369E-2ECD-1A1A-153F-784379527B3D}"/>
              </a:ext>
            </a:extLst>
          </p:cNvPr>
          <p:cNvSpPr txBox="1"/>
          <p:nvPr/>
        </p:nvSpPr>
        <p:spPr>
          <a:xfrm>
            <a:off x="501990" y="1183710"/>
            <a:ext cx="8849738" cy="348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Plus de Détails : local_media et la Rétention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Corrélation (</a:t>
            </a:r>
            <a:r>
              <a:rPr lang="fr-FR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dedup_key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entre media et local_media pour obtenir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filepath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et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filename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originaux.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Découverte de </a:t>
            </a: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purge_timestamp 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dans local_media.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Interprétation :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Délai de rétention d'environ 30 jours (ex: mis à la corbeille le 4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purge prévue le 3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Nov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Conclusion : Fichiers encore "récupérables" de la corbeille de l'app au moment de l'acquisition (5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d’après la documentation de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Hackim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</p:txBody>
      </p:sp>
      <p:sp>
        <p:nvSpPr>
          <p:cNvPr id="7" name="!!champ_purge_timestamp">
            <a:extLst>
              <a:ext uri="{FF2B5EF4-FFF2-40B4-BE49-F238E27FC236}">
                <a16:creationId xmlns:a16="http://schemas.microsoft.com/office/drawing/2014/main" id="{1F3E7D73-8955-7081-E130-1E0F93C06F34}"/>
              </a:ext>
            </a:extLst>
          </p:cNvPr>
          <p:cNvSpPr txBox="1"/>
          <p:nvPr/>
        </p:nvSpPr>
        <p:spPr>
          <a:xfrm>
            <a:off x="501990" y="21825"/>
            <a:ext cx="11188019" cy="845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Google Photos –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local_media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 et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purge_timestamp</a:t>
            </a:r>
            <a:endParaRPr lang="fr-FR" sz="3600" b="0" i="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8" name="!!filename_et_filepath">
            <a:extLst>
              <a:ext uri="{FF2B5EF4-FFF2-40B4-BE49-F238E27FC236}">
                <a16:creationId xmlns:a16="http://schemas.microsoft.com/office/drawing/2014/main" id="{133DDECB-0D63-8F2B-1C63-7FB31B96371E}"/>
              </a:ext>
            </a:extLst>
          </p:cNvPr>
          <p:cNvSpPr/>
          <p:nvPr/>
        </p:nvSpPr>
        <p:spPr>
          <a:xfrm>
            <a:off x="163111" y="6920124"/>
            <a:ext cx="11865776" cy="232060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2263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CEC28-04B1-B18C-0C51-E62D090BA78B}"/>
              </a:ext>
            </a:extLst>
          </p:cNvPr>
          <p:cNvSpPr/>
          <p:nvPr/>
        </p:nvSpPr>
        <p:spPr>
          <a:xfrm>
            <a:off x="163111" y="3056655"/>
            <a:ext cx="11865776" cy="348428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" name="!!conversion_utc2">
            <a:extLst>
              <a:ext uri="{FF2B5EF4-FFF2-40B4-BE49-F238E27FC236}">
                <a16:creationId xmlns:a16="http://schemas.microsoft.com/office/drawing/2014/main" id="{C45A95EF-A882-8410-610B-BC6D35CE57C9}"/>
              </a:ext>
            </a:extLst>
          </p:cNvPr>
          <p:cNvSpPr txBox="1"/>
          <p:nvPr/>
        </p:nvSpPr>
        <p:spPr>
          <a:xfrm>
            <a:off x="11947866" y="4066522"/>
            <a:ext cx="6096000" cy="285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2020-11-03 01:02:35 UTC</a:t>
            </a: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2020-11-03 01:02:07 UTC</a:t>
            </a: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2020-11-03 01:01:01 UTC</a:t>
            </a: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9591DBF-CF2F-C4BC-2AC6-162557DB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97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519A-5B25-6D02-A41A-DDF48E2B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518A333-2D7D-C785-F023-C2127394B237}"/>
              </a:ext>
            </a:extLst>
          </p:cNvPr>
          <p:cNvSpPr txBox="1"/>
          <p:nvPr/>
        </p:nvSpPr>
        <p:spPr>
          <a:xfrm>
            <a:off x="501990" y="1183710"/>
            <a:ext cx="8849738" cy="348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Plus de Détails : local_media et la Rétention</a:t>
            </a:r>
          </a:p>
          <a:p>
            <a:pPr marL="800100" lvl="1" indent="-34290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Corrélation (</a:t>
            </a:r>
            <a:r>
              <a:rPr lang="fr-FR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dedup_key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entre media et local_media pour obtenir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filepath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et 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filename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originaux.</a:t>
            </a:r>
          </a:p>
          <a:p>
            <a:pPr marL="800100" lvl="1" indent="-34290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Découverte de </a:t>
            </a: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purge_timestamp 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dans local_media.</a:t>
            </a:r>
          </a:p>
          <a:p>
            <a:pPr marL="800100" lvl="1" indent="-34290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Interprétation :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Délai de rétention d'environ 30 jours (ex: mis à la corbeille le 4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purge prévue le 3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Nov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  <a:p>
            <a:pPr marL="800100" lvl="1" indent="-34290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Conclusion : Fichiers encore "récupérables" de la corbeille de l'app au moment de l'acquisition (5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Oct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d’après la documentation de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Hackim</a:t>
            </a:r>
            <a:r>
              <a:rPr lang="fr-FR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).</a:t>
            </a:r>
          </a:p>
        </p:txBody>
      </p:sp>
      <p:sp>
        <p:nvSpPr>
          <p:cNvPr id="7" name="!!champ_purge_timestamp">
            <a:extLst>
              <a:ext uri="{FF2B5EF4-FFF2-40B4-BE49-F238E27FC236}">
                <a16:creationId xmlns:a16="http://schemas.microsoft.com/office/drawing/2014/main" id="{6EA54FD0-66A4-36E1-4072-0BC413BF8F24}"/>
              </a:ext>
            </a:extLst>
          </p:cNvPr>
          <p:cNvSpPr txBox="1"/>
          <p:nvPr/>
        </p:nvSpPr>
        <p:spPr>
          <a:xfrm>
            <a:off x="501990" y="21825"/>
            <a:ext cx="11188019" cy="845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Google Photos –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local_media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Google Sans Text"/>
              </a:rPr>
              <a:t> et 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purge_timestamp</a:t>
            </a:r>
            <a:endParaRPr lang="fr-FR" sz="3600" b="0" i="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8" name="!!filename_et_filepath">
            <a:extLst>
              <a:ext uri="{FF2B5EF4-FFF2-40B4-BE49-F238E27FC236}">
                <a16:creationId xmlns:a16="http://schemas.microsoft.com/office/drawing/2014/main" id="{BB0DAA89-C7B6-0AB1-4F69-ADAD8FADBF68}"/>
              </a:ext>
            </a:extLst>
          </p:cNvPr>
          <p:cNvSpPr/>
          <p:nvPr/>
        </p:nvSpPr>
        <p:spPr>
          <a:xfrm>
            <a:off x="163111" y="6920124"/>
            <a:ext cx="11865776" cy="232060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2263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1655A-81BF-C927-F465-3467E17713E8}"/>
              </a:ext>
            </a:extLst>
          </p:cNvPr>
          <p:cNvSpPr/>
          <p:nvPr/>
        </p:nvSpPr>
        <p:spPr>
          <a:xfrm>
            <a:off x="7144905" y="4185365"/>
            <a:ext cx="1955247" cy="232060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6868" t="-32830" b="-1731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" name="!!conversion_utc2">
            <a:extLst>
              <a:ext uri="{FF2B5EF4-FFF2-40B4-BE49-F238E27FC236}">
                <a16:creationId xmlns:a16="http://schemas.microsoft.com/office/drawing/2014/main" id="{1AAEA541-A42A-D2EC-AF87-0B2EB331A0F5}"/>
              </a:ext>
            </a:extLst>
          </p:cNvPr>
          <p:cNvSpPr txBox="1"/>
          <p:nvPr/>
        </p:nvSpPr>
        <p:spPr>
          <a:xfrm>
            <a:off x="8122530" y="4247489"/>
            <a:ext cx="6096000" cy="285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2020-11-03 01:02:35 UTC</a:t>
            </a:r>
            <a:endParaRPr lang="fr-FR" b="1" dirty="0">
              <a:solidFill>
                <a:srgbClr val="0070C0"/>
              </a:solidFill>
              <a:effectLst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2020-11-03 01:02:07 UTC</a:t>
            </a: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Converti en UTC : 2020-11-03 01:01:01 UTC</a:t>
            </a: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2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FR" sz="1200" b="1" dirty="0">
              <a:solidFill>
                <a:srgbClr val="0070C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DFC9182-7CB7-F285-5DC5-E7183E4B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620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7B21524-7FF9-E60D-86D1-C5020B38F3E0}"/>
              </a:ext>
            </a:extLst>
          </p:cNvPr>
          <p:cNvSpPr txBox="1"/>
          <p:nvPr/>
        </p:nvSpPr>
        <p:spPr>
          <a:xfrm>
            <a:off x="1255964" y="1036423"/>
            <a:ext cx="8013160" cy="261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Un Aperçu du Cloud :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remote_media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Table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remote_media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(dans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gphotos0.db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) : traces de suppression pour les mêmes images.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</a:t>
            </a: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différents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(systématiquement ~7 secondes après les locaux).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Suggère une journalisation et synchronisation distinctes local/cloud.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70FC545-67E5-C126-E207-0E8AFA38BE22}"/>
              </a:ext>
            </a:extLst>
          </p:cNvPr>
          <p:cNvSpPr txBox="1"/>
          <p:nvPr/>
        </p:nvSpPr>
        <p:spPr>
          <a:xfrm>
            <a:off x="2321349" y="182343"/>
            <a:ext cx="7143161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Complexité Cloud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!!remote_table_avec_times">
            <a:extLst>
              <a:ext uri="{FF2B5EF4-FFF2-40B4-BE49-F238E27FC236}">
                <a16:creationId xmlns:a16="http://schemas.microsoft.com/office/drawing/2014/main" id="{07F2905B-70C0-DB0C-C672-F340C6749773}"/>
              </a:ext>
            </a:extLst>
          </p:cNvPr>
          <p:cNvSpPr/>
          <p:nvPr/>
        </p:nvSpPr>
        <p:spPr>
          <a:xfrm>
            <a:off x="1261745" y="6858000"/>
            <a:ext cx="9668510" cy="299381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6E7507E-6199-2AA1-C9AC-8A295999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930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F8E7F-C91D-F321-08AA-1242A00A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655E9DD-64B6-FB2B-CE12-62138C406EDA}"/>
              </a:ext>
            </a:extLst>
          </p:cNvPr>
          <p:cNvSpPr txBox="1"/>
          <p:nvPr/>
        </p:nvSpPr>
        <p:spPr>
          <a:xfrm>
            <a:off x="1255964" y="1036423"/>
            <a:ext cx="8013160" cy="261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Un Aperçu du Cloud :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remote_media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Table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remote_media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(dans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gphotos0.db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) : traces de suppression pour les mêmes images.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</a:t>
            </a: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différents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(systématiquement ~7 secondes après les locaux).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Suggère une journalisation et synchronisation distinctes local/cloud.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E07B890-BD39-1C8C-4497-E36CD8FAD57C}"/>
              </a:ext>
            </a:extLst>
          </p:cNvPr>
          <p:cNvSpPr txBox="1"/>
          <p:nvPr/>
        </p:nvSpPr>
        <p:spPr>
          <a:xfrm>
            <a:off x="2321349" y="182343"/>
            <a:ext cx="7143161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Complexité Cloud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!!remote_table_avec_times">
            <a:extLst>
              <a:ext uri="{FF2B5EF4-FFF2-40B4-BE49-F238E27FC236}">
                <a16:creationId xmlns:a16="http://schemas.microsoft.com/office/drawing/2014/main" id="{F5721176-91FA-8B08-68EA-1AEF6093D2ED}"/>
              </a:ext>
            </a:extLst>
          </p:cNvPr>
          <p:cNvSpPr/>
          <p:nvPr/>
        </p:nvSpPr>
        <p:spPr>
          <a:xfrm>
            <a:off x="1261745" y="3681840"/>
            <a:ext cx="9668510" cy="299381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grpSp>
        <p:nvGrpSpPr>
          <p:cNvPr id="2" name="!!rappel_tp">
            <a:extLst>
              <a:ext uri="{FF2B5EF4-FFF2-40B4-BE49-F238E27FC236}">
                <a16:creationId xmlns:a16="http://schemas.microsoft.com/office/drawing/2014/main" id="{A99F2C0A-FE45-FA8D-5B8B-A8CC3E276738}"/>
              </a:ext>
            </a:extLst>
          </p:cNvPr>
          <p:cNvGrpSpPr/>
          <p:nvPr/>
        </p:nvGrpSpPr>
        <p:grpSpPr>
          <a:xfrm>
            <a:off x="12192000" y="1176605"/>
            <a:ext cx="3429000" cy="4172098"/>
            <a:chOff x="12192000" y="1176605"/>
            <a:chExt cx="3429000" cy="4172098"/>
          </a:xfrm>
        </p:grpSpPr>
        <p:sp>
          <p:nvSpPr>
            <p:cNvPr id="9" name="!!table_media">
              <a:extLst>
                <a:ext uri="{FF2B5EF4-FFF2-40B4-BE49-F238E27FC236}">
                  <a16:creationId xmlns:a16="http://schemas.microsoft.com/office/drawing/2014/main" id="{4CB02610-8F13-9411-518F-B129FB1C4224}"/>
                </a:ext>
              </a:extLst>
            </p:cNvPr>
            <p:cNvSpPr/>
            <p:nvPr/>
          </p:nvSpPr>
          <p:spPr>
            <a:xfrm>
              <a:off x="12192000" y="1509296"/>
              <a:ext cx="2788920" cy="3839407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501686" t="-64765" r="-163446" b="-70052"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813E996E-221D-D401-DA42-4D9C4065E443}"/>
                </a:ext>
              </a:extLst>
            </p:cNvPr>
            <p:cNvSpPr txBox="1"/>
            <p:nvPr/>
          </p:nvSpPr>
          <p:spPr>
            <a:xfrm>
              <a:off x="12832080" y="1176605"/>
              <a:ext cx="2788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Table media</a:t>
              </a:r>
            </a:p>
            <a:p>
              <a:endParaRPr lang="fr-FR" dirty="0"/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2F8A7D3-EED6-A0BB-8FA9-7E90D5E5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002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5FEF-F023-F89A-9D9A-5E529AF3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DD8A91F-8A16-303B-9043-E44289B83B58}"/>
              </a:ext>
            </a:extLst>
          </p:cNvPr>
          <p:cNvSpPr txBox="1"/>
          <p:nvPr/>
        </p:nvSpPr>
        <p:spPr>
          <a:xfrm>
            <a:off x="1255964" y="1036423"/>
            <a:ext cx="8013160" cy="261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Un Aperçu du Cloud :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remote_media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Table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remote_media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(dans 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gphotos0.db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) : traces de suppression pour les mêmes images.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trash_timestamp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</a:t>
            </a: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différents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(systématiquement ~7 secondes après les locaux).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Suggère une journalisation et synchronisation distinctes local/cloud.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69CDA0D-8C75-6C77-E7AA-CC58871225DF}"/>
              </a:ext>
            </a:extLst>
          </p:cNvPr>
          <p:cNvSpPr txBox="1"/>
          <p:nvPr/>
        </p:nvSpPr>
        <p:spPr>
          <a:xfrm>
            <a:off x="2321349" y="182343"/>
            <a:ext cx="7143161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Google Photos – Complexité Cloud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!!remote_table_avec_times">
            <a:extLst>
              <a:ext uri="{FF2B5EF4-FFF2-40B4-BE49-F238E27FC236}">
                <a16:creationId xmlns:a16="http://schemas.microsoft.com/office/drawing/2014/main" id="{E57AC08C-5DEC-530E-464A-45B0AE6A8009}"/>
              </a:ext>
            </a:extLst>
          </p:cNvPr>
          <p:cNvSpPr/>
          <p:nvPr/>
        </p:nvSpPr>
        <p:spPr>
          <a:xfrm>
            <a:off x="1261745" y="3681840"/>
            <a:ext cx="9668510" cy="299381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grpSp>
        <p:nvGrpSpPr>
          <p:cNvPr id="2" name="!!rappel_tp">
            <a:extLst>
              <a:ext uri="{FF2B5EF4-FFF2-40B4-BE49-F238E27FC236}">
                <a16:creationId xmlns:a16="http://schemas.microsoft.com/office/drawing/2014/main" id="{037E3F41-BEAA-A8FC-750F-3E0418074FC2}"/>
              </a:ext>
            </a:extLst>
          </p:cNvPr>
          <p:cNvGrpSpPr/>
          <p:nvPr/>
        </p:nvGrpSpPr>
        <p:grpSpPr>
          <a:xfrm>
            <a:off x="9215755" y="856565"/>
            <a:ext cx="3429000" cy="4172098"/>
            <a:chOff x="12192000" y="1176605"/>
            <a:chExt cx="3429000" cy="4172098"/>
          </a:xfrm>
        </p:grpSpPr>
        <p:sp>
          <p:nvSpPr>
            <p:cNvPr id="9" name="!!table_media">
              <a:extLst>
                <a:ext uri="{FF2B5EF4-FFF2-40B4-BE49-F238E27FC236}">
                  <a16:creationId xmlns:a16="http://schemas.microsoft.com/office/drawing/2014/main" id="{AE921FEC-CCA3-68A0-627B-5A5229E03F13}"/>
                </a:ext>
              </a:extLst>
            </p:cNvPr>
            <p:cNvSpPr/>
            <p:nvPr/>
          </p:nvSpPr>
          <p:spPr>
            <a:xfrm>
              <a:off x="12192000" y="1509296"/>
              <a:ext cx="2788920" cy="3839407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501686" t="-64765" r="-163446" b="-70052"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D975769C-51BA-3E12-A04A-B7A7E0CD04A8}"/>
                </a:ext>
              </a:extLst>
            </p:cNvPr>
            <p:cNvSpPr txBox="1"/>
            <p:nvPr/>
          </p:nvSpPr>
          <p:spPr>
            <a:xfrm>
              <a:off x="12832080" y="1176605"/>
              <a:ext cx="2788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Table media</a:t>
              </a:r>
            </a:p>
            <a:p>
              <a:endParaRPr lang="fr-FR" dirty="0"/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28AE5BA-96B3-7459-A142-41F8DC06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10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552999F-E5CA-26C4-FAAA-0AD97F1E229E}"/>
              </a:ext>
            </a:extLst>
          </p:cNvPr>
          <p:cNvSpPr txBox="1"/>
          <p:nvPr/>
        </p:nvSpPr>
        <p:spPr>
          <a:xfrm>
            <a:off x="1127734" y="1250840"/>
            <a:ext cx="8431449" cy="217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File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Carving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: Récupérer ce qui serait  l'Irrécupérable ?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Pourquoi ?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L'archive logique ne contient pas l'espace non alloué. Le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carving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est essentiel pour les images physiques / suppressions définitives.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Comment ?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Création d'une image test (</a:t>
            </a:r>
            <a:r>
              <a:rPr lang="fr-FR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.dd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de 100Mo, FAT32 via WSL), peuplement, suppression de fichiers (JPEG, PNG, PDF).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2116F6F-E6E7-5142-E340-0B9E33DD6D6F}"/>
              </a:ext>
            </a:extLst>
          </p:cNvPr>
          <p:cNvSpPr txBox="1"/>
          <p:nvPr/>
        </p:nvSpPr>
        <p:spPr>
          <a:xfrm>
            <a:off x="3048786" y="144636"/>
            <a:ext cx="6094428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Simulation File </a:t>
            </a:r>
            <a:r>
              <a:rPr lang="fr-FR" sz="3600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Carving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FD1E3-9922-A24B-3AF8-58A6B78E8D8F}"/>
              </a:ext>
            </a:extLst>
          </p:cNvPr>
          <p:cNvSpPr/>
          <p:nvPr/>
        </p:nvSpPr>
        <p:spPr>
          <a:xfrm>
            <a:off x="1264894" y="3429000"/>
            <a:ext cx="6065520" cy="128841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9" name="Image 8" descr="Une image contenant texte, capture d’écran">
            <a:extLst>
              <a:ext uri="{FF2B5EF4-FFF2-40B4-BE49-F238E27FC236}">
                <a16:creationId xmlns:a16="http://schemas.microsoft.com/office/drawing/2014/main" id="{84C09097-42EB-03C3-A717-20AD5015EF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391" y="3429000"/>
            <a:ext cx="5730875" cy="318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2AFF96D-9330-2540-C2D3-19AF08ADD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22" y="4841384"/>
            <a:ext cx="5730875" cy="1795780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1363A71-6441-5312-5ADF-FC1C4F50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66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30B640B-010B-6443-AC51-5B37EB27A8DF}"/>
              </a:ext>
            </a:extLst>
          </p:cNvPr>
          <p:cNvSpPr txBox="1"/>
          <p:nvPr/>
        </p:nvSpPr>
        <p:spPr>
          <a:xfrm>
            <a:off x="682044" y="1008881"/>
            <a:ext cx="8733007" cy="178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Résultats de la Simulation avec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Autopsy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Image test analysée avec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Autopsy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et son module de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carving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(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PhotoRec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Carver).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Succès :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Récupération de </a:t>
            </a:r>
            <a:r>
              <a:rPr lang="fr-FR" dirty="0">
                <a:solidFill>
                  <a:srgbClr val="1A1C1E"/>
                </a:solidFill>
                <a:latin typeface="Google Sans Text"/>
              </a:rPr>
              <a:t>26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JPG et 34 MP4 intacts.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Fichiers récupérés avec noms génériques, timestamps à zéro.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1F3D623-0EEE-71AA-0537-54BC02B1466C}"/>
              </a:ext>
            </a:extLst>
          </p:cNvPr>
          <p:cNvSpPr txBox="1"/>
          <p:nvPr/>
        </p:nvSpPr>
        <p:spPr>
          <a:xfrm>
            <a:off x="2072718" y="172917"/>
            <a:ext cx="804656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 </a:t>
            </a:r>
            <a:r>
              <a:rPr lang="fr-FR" sz="3600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Carving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– Résultats avec </a:t>
            </a:r>
            <a:r>
              <a:rPr lang="fr-FR" sz="3600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Autopsy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8" name="!!groupe7">
            <a:extLst>
              <a:ext uri="{FF2B5EF4-FFF2-40B4-BE49-F238E27FC236}">
                <a16:creationId xmlns:a16="http://schemas.microsoft.com/office/drawing/2014/main" id="{E824F19E-A640-3E34-A6DC-D515EE61771A}"/>
              </a:ext>
            </a:extLst>
          </p:cNvPr>
          <p:cNvGrpSpPr/>
          <p:nvPr/>
        </p:nvGrpSpPr>
        <p:grpSpPr>
          <a:xfrm>
            <a:off x="682044" y="2930525"/>
            <a:ext cx="6864985" cy="4258310"/>
            <a:chOff x="0" y="0"/>
            <a:chExt cx="6865620" cy="425958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C9D048C2-44E5-01B9-8FB4-C2D713485279}"/>
                </a:ext>
              </a:extLst>
            </p:cNvPr>
            <p:cNvGrpSpPr/>
            <p:nvPr/>
          </p:nvGrpSpPr>
          <p:grpSpPr>
            <a:xfrm>
              <a:off x="0" y="0"/>
              <a:ext cx="6865620" cy="4259580"/>
              <a:chOff x="0" y="0"/>
              <a:chExt cx="6865620" cy="425958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8FD191-BFD5-0A43-7F08-6B8E2A571F1A}"/>
                  </a:ext>
                </a:extLst>
              </p:cNvPr>
              <p:cNvSpPr/>
              <p:nvPr/>
            </p:nvSpPr>
            <p:spPr>
              <a:xfrm>
                <a:off x="0" y="0"/>
                <a:ext cx="6865620" cy="4259580"/>
              </a:xfrm>
              <a:prstGeom prst="rect">
                <a:avLst/>
              </a:prstGeom>
              <a:blipFill dpi="0"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B0924FF-7952-D5A2-3B4E-2638DC83027A}"/>
                  </a:ext>
                </a:extLst>
              </p:cNvPr>
              <p:cNvSpPr/>
              <p:nvPr/>
            </p:nvSpPr>
            <p:spPr>
              <a:xfrm>
                <a:off x="205740" y="876300"/>
                <a:ext cx="1333500" cy="40386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pic>
          <p:nvPicPr>
            <p:cNvPr id="10" name="Image 9" descr="Une image contenant texte, capture d’écran, logiciel, affichage&#10;&#10;Le contenu généré par l’IA peut être incorrect.">
              <a:extLst>
                <a:ext uri="{FF2B5EF4-FFF2-40B4-BE49-F238E27FC236}">
                  <a16:creationId xmlns:a16="http://schemas.microsoft.com/office/drawing/2014/main" id="{EFB63825-D81E-B936-D47F-9EE25C12A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940" y="2415540"/>
              <a:ext cx="2278380" cy="1635760"/>
            </a:xfrm>
            <a:prstGeom prst="rect">
              <a:avLst/>
            </a:prstGeom>
          </p:spPr>
        </p:pic>
      </p:grp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1D2FCD8B-30BA-9C7D-A80C-C5524791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4743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DDF8-89B8-FCD6-3488-3DA52B11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B0AB836-A925-C459-F7F8-BFC17DDFB107}"/>
              </a:ext>
            </a:extLst>
          </p:cNvPr>
          <p:cNvSpPr txBox="1"/>
          <p:nvPr/>
        </p:nvSpPr>
        <p:spPr>
          <a:xfrm>
            <a:off x="682044" y="1008881"/>
            <a:ext cx="8733007" cy="178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Résultats de la Simulation avec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Autopsy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Image test analysée avec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Autopsy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et son module de 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carving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(</a:t>
            </a:r>
            <a:r>
              <a:rPr lang="fr-FR" b="0" i="0" dirty="0" err="1">
                <a:solidFill>
                  <a:srgbClr val="1A1C1E"/>
                </a:solidFill>
                <a:effectLst/>
                <a:latin typeface="Google Sans Text"/>
              </a:rPr>
              <a:t>PhotoRec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Carver).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Succès :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Récupération de </a:t>
            </a:r>
            <a:r>
              <a:rPr lang="fr-FR" dirty="0">
                <a:solidFill>
                  <a:srgbClr val="1A1C1E"/>
                </a:solidFill>
                <a:latin typeface="Google Sans Text"/>
              </a:rPr>
              <a:t>26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 JPG et 34 MP4 intacts.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Fichiers récupérés avec noms génériques, timestamps à zéro.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EF4889A-03DB-A6C2-7C37-401278A9A5DE}"/>
              </a:ext>
            </a:extLst>
          </p:cNvPr>
          <p:cNvSpPr txBox="1"/>
          <p:nvPr/>
        </p:nvSpPr>
        <p:spPr>
          <a:xfrm>
            <a:off x="2072718" y="172917"/>
            <a:ext cx="804656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 </a:t>
            </a:r>
            <a:r>
              <a:rPr lang="fr-FR" sz="3600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Carving</a:t>
            </a: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– Résultats avec </a:t>
            </a:r>
            <a:r>
              <a:rPr lang="fr-FR" sz="3600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Autopsy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826F9FD-A1FB-D299-1E8C-F306E3DE7BF5}"/>
              </a:ext>
            </a:extLst>
          </p:cNvPr>
          <p:cNvGrpSpPr/>
          <p:nvPr/>
        </p:nvGrpSpPr>
        <p:grpSpPr>
          <a:xfrm>
            <a:off x="422676" y="2797191"/>
            <a:ext cx="17984749" cy="3771249"/>
            <a:chOff x="422676" y="2797191"/>
            <a:chExt cx="17984749" cy="3771249"/>
          </a:xfrm>
        </p:grpSpPr>
        <p:sp>
          <p:nvSpPr>
            <p:cNvPr id="11" name="!!groupe7">
              <a:extLst>
                <a:ext uri="{FF2B5EF4-FFF2-40B4-BE49-F238E27FC236}">
                  <a16:creationId xmlns:a16="http://schemas.microsoft.com/office/drawing/2014/main" id="{7C8FB15F-AB35-6109-31DD-3E1E7EE2FBFA}"/>
                </a:ext>
              </a:extLst>
            </p:cNvPr>
            <p:cNvSpPr/>
            <p:nvPr/>
          </p:nvSpPr>
          <p:spPr>
            <a:xfrm>
              <a:off x="422676" y="2797191"/>
              <a:ext cx="17984749" cy="3771249"/>
            </a:xfrm>
            <a:prstGeom prst="rect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1" b="-195812"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0568C7F-01B3-87C8-0CC6-999906F72A06}"/>
                </a:ext>
              </a:extLst>
            </p:cNvPr>
            <p:cNvSpPr/>
            <p:nvPr/>
          </p:nvSpPr>
          <p:spPr>
            <a:xfrm>
              <a:off x="1173480" y="5135880"/>
              <a:ext cx="2529840" cy="7132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84C625-7305-B371-50B2-E6F476E4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0678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9914E2B-BACA-47FA-A559-E8DF94CB4BDF}"/>
              </a:ext>
            </a:extLst>
          </p:cNvPr>
          <p:cNvSpPr txBox="1"/>
          <p:nvPr/>
        </p:nvSpPr>
        <p:spPr>
          <a:xfrm>
            <a:off x="317041" y="1764652"/>
            <a:ext cx="9637679" cy="2550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Ce qu’il faut retenir du file </a:t>
            </a:r>
            <a:r>
              <a:rPr lang="fr-FR" b="1" i="0" dirty="0" err="1">
                <a:solidFill>
                  <a:srgbClr val="1A1C1E"/>
                </a:solidFill>
                <a:effectLst/>
                <a:latin typeface="Google Sans Text"/>
              </a:rPr>
              <a:t>carving</a:t>
            </a: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 :</a:t>
            </a:r>
            <a:endParaRPr lang="fr-FR" b="0" i="0" dirty="0">
              <a:solidFill>
                <a:srgbClr val="1A1C1E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2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Efficace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pour retrouver des fichiers sans métadonnées.</a:t>
            </a:r>
          </a:p>
          <a:p>
            <a:pPr marL="742950" lvl="1" indent="-285750" algn="l">
              <a:lnSpc>
                <a:spcPct val="2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Limites :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Perte des noms/timestamps originaux.</a:t>
            </a:r>
          </a:p>
          <a:p>
            <a:pPr marL="742950" lvl="1" indent="-285750" algn="l">
              <a:lnSpc>
                <a:spcPct val="2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b="1" i="0" dirty="0">
                <a:solidFill>
                  <a:srgbClr val="1A1C1E"/>
                </a:solidFill>
                <a:effectLst/>
                <a:latin typeface="Google Sans Text"/>
              </a:rPr>
              <a:t>Pertinence Android :</a:t>
            </a:r>
            <a:r>
              <a:rPr lang="fr-FR" b="0" i="0" dirty="0">
                <a:solidFill>
                  <a:srgbClr val="1A1C1E"/>
                </a:solidFill>
                <a:effectLst/>
                <a:latin typeface="Google Sans Text"/>
              </a:rPr>
              <a:t> Technique clé pour les images physiques.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EE802A7-F85B-1C4F-A824-A5262D8077BA}"/>
              </a:ext>
            </a:extLst>
          </p:cNvPr>
          <p:cNvSpPr txBox="1"/>
          <p:nvPr/>
        </p:nvSpPr>
        <p:spPr>
          <a:xfrm>
            <a:off x="6593" y="249546"/>
            <a:ext cx="7359976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Enseignements retenus File </a:t>
            </a:r>
            <a:r>
              <a:rPr lang="fr-FR" sz="3600" b="1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Carving</a:t>
            </a:r>
            <a:endParaRPr lang="fr-FR" sz="3600" b="1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FF4B005-31B3-B79D-AC1A-3C970FC40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120" y="-411480"/>
            <a:ext cx="5486400" cy="8229600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4D032E-E00A-2AC4-69B4-BB2B3E94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333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8F3A2CF-D03E-01ED-54B6-C93C78D2BA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160"/>
            <a:ext cx="12207241" cy="81381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8D5F96F-EE2D-7334-D73D-E4B10246BD9E}"/>
              </a:ext>
            </a:extLst>
          </p:cNvPr>
          <p:cNvSpPr txBox="1"/>
          <p:nvPr/>
        </p:nvSpPr>
        <p:spPr>
          <a:xfrm>
            <a:off x="349990" y="1808414"/>
            <a:ext cx="1004369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fr-FR" sz="2400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Ce qu’il faut </a:t>
            </a:r>
            <a:r>
              <a:rPr lang="fr-FR" sz="2400" dirty="0">
                <a:solidFill>
                  <a:srgbClr val="1A1C1E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</a:t>
            </a:r>
            <a:r>
              <a:rPr lang="fr-FR" sz="2400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etenir: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sz="24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Complémentarité :</a:t>
            </a:r>
            <a:r>
              <a:rPr lang="fr-FR" sz="2400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Analyse d'artefacts (contexte, chrono) + </a:t>
            </a:r>
            <a:r>
              <a:rPr lang="fr-FR" sz="2400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Carving</a:t>
            </a:r>
            <a:r>
              <a:rPr lang="fr-FR" sz="2400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(données brutes).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sz="24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Défis :</a:t>
            </a:r>
            <a:r>
              <a:rPr lang="fr-FR" sz="2400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Acquisition logique vs. physique, FBE, logs parfois peu loquaces.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fr-FR" sz="24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Clé du succès :</a:t>
            </a:r>
            <a:r>
              <a:rPr lang="fr-FR" sz="2400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Documentation contextuelle (merci J. </a:t>
            </a:r>
            <a:r>
              <a:rPr lang="fr-FR" sz="2400" b="0" i="0" dirty="0" err="1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Hickman</a:t>
            </a:r>
            <a:r>
              <a:rPr lang="fr-FR" sz="2400" b="0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!).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72B00B-7F80-34C9-EE2B-D261C509D1EC}"/>
              </a:ext>
            </a:extLst>
          </p:cNvPr>
          <p:cNvSpPr txBox="1"/>
          <p:nvPr/>
        </p:nvSpPr>
        <p:spPr>
          <a:xfrm>
            <a:off x="4504127" y="408587"/>
            <a:ext cx="6094428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fr-FR" sz="3600" b="1" i="0" dirty="0"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Discussion</a:t>
            </a:r>
            <a:endParaRPr lang="fr-FR" sz="3600" b="0" i="0" dirty="0">
              <a:solidFill>
                <a:srgbClr val="1A1C1E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AE790CE-7894-788E-A825-EE62DB3E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57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2AB7B9-F32F-3705-0FDC-F10928F5737F}"/>
              </a:ext>
            </a:extLst>
          </p:cNvPr>
          <p:cNvSpPr txBox="1"/>
          <p:nvPr/>
        </p:nvSpPr>
        <p:spPr>
          <a:xfrm>
            <a:off x="-30056" y="197843"/>
            <a:ext cx="6256712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1350"/>
              </a:spcAft>
            </a:pPr>
            <a:r>
              <a:rPr lang="en-US" sz="4400" b="1" i="0" dirty="0">
                <a:effectLst/>
                <a:latin typeface="+mj-lt"/>
                <a:ea typeface="+mj-ea"/>
                <a:cs typeface="+mj-cs"/>
              </a:rPr>
              <a:t>Conclusions </a:t>
            </a:r>
            <a:r>
              <a:rPr lang="en-US" sz="4400" b="1" i="0" dirty="0" err="1">
                <a:effectLst/>
                <a:latin typeface="+mj-lt"/>
                <a:ea typeface="+mj-ea"/>
                <a:cs typeface="+mj-cs"/>
              </a:rPr>
              <a:t>Principales</a:t>
            </a:r>
            <a:endParaRPr lang="en-US" sz="4400" b="0" i="0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ABE796-0CA0-D4CD-A0C1-DD6BF0669AD0}"/>
              </a:ext>
            </a:extLst>
          </p:cNvPr>
          <p:cNvSpPr txBox="1"/>
          <p:nvPr/>
        </p:nvSpPr>
        <p:spPr>
          <a:xfrm>
            <a:off x="329891" y="1474705"/>
            <a:ext cx="5004686" cy="39085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20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En conclusion : </a:t>
            </a:r>
          </a:p>
          <a:p>
            <a:pPr marL="742950" lvl="1" indent="-228600">
              <a:lnSpc>
                <a:spcPct val="20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Les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métadonnées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de suppression persistent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longtemps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dans les apps Android !</a:t>
            </a:r>
          </a:p>
          <a:p>
            <a:pPr marL="742950" lvl="1" indent="-228600">
              <a:lnSpc>
                <a:spcPct val="20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Le file carving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est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une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technique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robuste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et indispensable.</a:t>
            </a:r>
          </a:p>
          <a:p>
            <a:pPr marL="742950" lvl="1" indent="-228600">
              <a:lnSpc>
                <a:spcPct val="20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L'investigation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forensique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sur Android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nécessite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une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approche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multi-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facette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et </a:t>
            </a:r>
            <a:r>
              <a:rPr lang="en-US" b="0" i="0" dirty="0" err="1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méthodique</a:t>
            </a:r>
            <a:r>
              <a:rPr lang="en-US" b="0" i="0" dirty="0"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</p:txBody>
      </p:sp>
      <p:pic>
        <p:nvPicPr>
          <p:cNvPr id="2050" name="Picture 2" descr="Investigation informatique sur tout support numérique">
            <a:extLst>
              <a:ext uri="{FF2B5EF4-FFF2-40B4-BE49-F238E27FC236}">
                <a16:creationId xmlns:a16="http://schemas.microsoft.com/office/drawing/2014/main" id="{89D481CB-B4EA-0602-F3CD-0393938ED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6" r="3" b="3"/>
          <a:stretch>
            <a:fillRect/>
          </a:stretch>
        </p:blipFill>
        <p:spPr bwMode="auto">
          <a:xfrm>
            <a:off x="566446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797F260-6D36-3BAF-81EE-73C17F68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990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CA1B05D-AB39-8045-B008-1D74E9983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627" y="2380436"/>
            <a:ext cx="6227708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6600" b="1" i="0" u="none" strike="noStrike" cap="none" normalizeH="0" baseline="0" dirty="0">
                <a:ln>
                  <a:noFill/>
                </a:ln>
                <a:solidFill>
                  <a:srgbClr val="1A1C1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Merci pour votre attention</a:t>
            </a:r>
            <a:endParaRPr kumimoji="0" lang="fr-FR" altLang="fr-FR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6021238-B37C-8549-F143-A5F64EBA4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941" y="1793007"/>
            <a:ext cx="364787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그룹 223">
            <a:extLst>
              <a:ext uri="{FF2B5EF4-FFF2-40B4-BE49-F238E27FC236}">
                <a16:creationId xmlns:a16="http://schemas.microsoft.com/office/drawing/2014/main" id="{C6777076-36AF-574E-3644-64484117C23B}"/>
              </a:ext>
            </a:extLst>
          </p:cNvPr>
          <p:cNvGrpSpPr/>
          <p:nvPr/>
        </p:nvGrpSpPr>
        <p:grpSpPr>
          <a:xfrm flipH="1">
            <a:off x="7642203" y="1069688"/>
            <a:ext cx="4300932" cy="6221797"/>
            <a:chOff x="2781968" y="30"/>
            <a:chExt cx="6629164" cy="6856330"/>
          </a:xfrm>
        </p:grpSpPr>
        <p:grpSp>
          <p:nvGrpSpPr>
            <p:cNvPr id="8" name="그룹 224">
              <a:extLst>
                <a:ext uri="{FF2B5EF4-FFF2-40B4-BE49-F238E27FC236}">
                  <a16:creationId xmlns:a16="http://schemas.microsoft.com/office/drawing/2014/main" id="{268DDD8F-B902-9A8E-0C5F-8579926C2E6D}"/>
                </a:ext>
              </a:extLst>
            </p:cNvPr>
            <p:cNvGrpSpPr/>
            <p:nvPr/>
          </p:nvGrpSpPr>
          <p:grpSpPr>
            <a:xfrm>
              <a:off x="2781968" y="30"/>
              <a:ext cx="5467412" cy="6856330"/>
              <a:chOff x="2781968" y="30"/>
              <a:chExt cx="5467412" cy="6856330"/>
            </a:xfrm>
          </p:grpSpPr>
          <p:sp>
            <p:nvSpPr>
              <p:cNvPr id="51" name="자유형: 도형 267">
                <a:extLst>
                  <a:ext uri="{FF2B5EF4-FFF2-40B4-BE49-F238E27FC236}">
                    <a16:creationId xmlns:a16="http://schemas.microsoft.com/office/drawing/2014/main" id="{22AC88CC-C703-505F-F54C-DC95FDCCCA97}"/>
                  </a:ext>
                </a:extLst>
              </p:cNvPr>
              <p:cNvSpPr/>
              <p:nvPr/>
            </p:nvSpPr>
            <p:spPr>
              <a:xfrm>
                <a:off x="2781968" y="30"/>
                <a:ext cx="5467412" cy="6856330"/>
              </a:xfrm>
              <a:custGeom>
                <a:avLst/>
                <a:gdLst>
                  <a:gd name="connsiteX0" fmla="*/ 5135654 w 5467412"/>
                  <a:gd name="connsiteY0" fmla="*/ 5934630 h 6856330"/>
                  <a:gd name="connsiteX1" fmla="*/ 2078212 w 5467412"/>
                  <a:gd name="connsiteY1" fmla="*/ 6837281 h 6856330"/>
                  <a:gd name="connsiteX2" fmla="*/ 1503519 w 5467412"/>
                  <a:gd name="connsiteY2" fmla="*/ 6524571 h 6856330"/>
                  <a:gd name="connsiteX3" fmla="*/ 19049 w 5467412"/>
                  <a:gd name="connsiteY3" fmla="*/ 1496393 h 6856330"/>
                  <a:gd name="connsiteX4" fmla="*/ 331759 w 5467412"/>
                  <a:gd name="connsiteY4" fmla="*/ 921700 h 6856330"/>
                  <a:gd name="connsiteX5" fmla="*/ 3389201 w 5467412"/>
                  <a:gd name="connsiteY5" fmla="*/ 19049 h 6856330"/>
                  <a:gd name="connsiteX6" fmla="*/ 3963894 w 5467412"/>
                  <a:gd name="connsiteY6" fmla="*/ 331759 h 6856330"/>
                  <a:gd name="connsiteX7" fmla="*/ 5448363 w 5467412"/>
                  <a:gd name="connsiteY7" fmla="*/ 5359937 h 6856330"/>
                  <a:gd name="connsiteX8" fmla="*/ 5135654 w 5467412"/>
                  <a:gd name="connsiteY8" fmla="*/ 5934630 h 6856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67412" h="6856330">
                    <a:moveTo>
                      <a:pt x="5135654" y="5934630"/>
                    </a:moveTo>
                    <a:lnTo>
                      <a:pt x="2078212" y="6837281"/>
                    </a:lnTo>
                    <a:cubicBezTo>
                      <a:pt x="1833163" y="6909616"/>
                      <a:pt x="1575854" y="6769620"/>
                      <a:pt x="1503519" y="6524571"/>
                    </a:cubicBezTo>
                    <a:lnTo>
                      <a:pt x="19049" y="1496393"/>
                    </a:lnTo>
                    <a:cubicBezTo>
                      <a:pt x="-53285" y="1251344"/>
                      <a:pt x="86710" y="994035"/>
                      <a:pt x="331759" y="921700"/>
                    </a:cubicBezTo>
                    <a:lnTo>
                      <a:pt x="3389201" y="19049"/>
                    </a:lnTo>
                    <a:cubicBezTo>
                      <a:pt x="3634250" y="-53285"/>
                      <a:pt x="3891559" y="86710"/>
                      <a:pt x="3963894" y="331759"/>
                    </a:cubicBezTo>
                    <a:lnTo>
                      <a:pt x="5448363" y="5359937"/>
                    </a:lnTo>
                    <a:cubicBezTo>
                      <a:pt x="5520698" y="5604986"/>
                      <a:pt x="5380703" y="5862296"/>
                      <a:pt x="5135654" y="5934630"/>
                    </a:cubicBezTo>
                    <a:close/>
                  </a:path>
                </a:pathLst>
              </a:custGeom>
              <a:solidFill>
                <a:srgbClr val="2B2FDE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2" name="자유형: 도형 268">
                <a:extLst>
                  <a:ext uri="{FF2B5EF4-FFF2-40B4-BE49-F238E27FC236}">
                    <a16:creationId xmlns:a16="http://schemas.microsoft.com/office/drawing/2014/main" id="{E50C22AD-7EE8-1B24-7B06-FD6B8B307E6D}"/>
                  </a:ext>
                </a:extLst>
              </p:cNvPr>
              <p:cNvSpPr/>
              <p:nvPr/>
            </p:nvSpPr>
            <p:spPr>
              <a:xfrm>
                <a:off x="3219194" y="530050"/>
                <a:ext cx="4648667" cy="5937588"/>
              </a:xfrm>
              <a:custGeom>
                <a:avLst/>
                <a:gdLst>
                  <a:gd name="connsiteX0" fmla="*/ 4316909 w 4648667"/>
                  <a:gd name="connsiteY0" fmla="*/ 5192893 h 5937588"/>
                  <a:gd name="connsiteX1" fmla="*/ 1859216 w 4648667"/>
                  <a:gd name="connsiteY1" fmla="*/ 5918539 h 5937588"/>
                  <a:gd name="connsiteX2" fmla="*/ 1284523 w 4648667"/>
                  <a:gd name="connsiteY2" fmla="*/ 5605829 h 5937588"/>
                  <a:gd name="connsiteX3" fmla="*/ 19049 w 4648667"/>
                  <a:gd name="connsiteY3" fmla="*/ 1319311 h 5937588"/>
                  <a:gd name="connsiteX4" fmla="*/ 331759 w 4648667"/>
                  <a:gd name="connsiteY4" fmla="*/ 744618 h 5937588"/>
                  <a:gd name="connsiteX5" fmla="*/ 2789452 w 4648667"/>
                  <a:gd name="connsiteY5" fmla="*/ 19049 h 5937588"/>
                  <a:gd name="connsiteX6" fmla="*/ 3364145 w 4648667"/>
                  <a:gd name="connsiteY6" fmla="*/ 331759 h 5937588"/>
                  <a:gd name="connsiteX7" fmla="*/ 4629618 w 4648667"/>
                  <a:gd name="connsiteY7" fmla="*/ 4618201 h 5937588"/>
                  <a:gd name="connsiteX8" fmla="*/ 4316909 w 4648667"/>
                  <a:gd name="connsiteY8" fmla="*/ 5192893 h 593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8667" h="5937588">
                    <a:moveTo>
                      <a:pt x="4316909" y="5192893"/>
                    </a:moveTo>
                    <a:lnTo>
                      <a:pt x="1859216" y="5918539"/>
                    </a:lnTo>
                    <a:cubicBezTo>
                      <a:pt x="1614167" y="5990874"/>
                      <a:pt x="1356858" y="5850878"/>
                      <a:pt x="1284523" y="5605829"/>
                    </a:cubicBezTo>
                    <a:lnTo>
                      <a:pt x="19049" y="1319311"/>
                    </a:lnTo>
                    <a:cubicBezTo>
                      <a:pt x="-53285" y="1074262"/>
                      <a:pt x="86710" y="816953"/>
                      <a:pt x="331759" y="744618"/>
                    </a:cubicBezTo>
                    <a:lnTo>
                      <a:pt x="2789452" y="19049"/>
                    </a:lnTo>
                    <a:cubicBezTo>
                      <a:pt x="3034501" y="-53285"/>
                      <a:pt x="3291810" y="86710"/>
                      <a:pt x="3364145" y="331759"/>
                    </a:cubicBezTo>
                    <a:lnTo>
                      <a:pt x="4629618" y="4618201"/>
                    </a:lnTo>
                    <a:cubicBezTo>
                      <a:pt x="4701953" y="4863249"/>
                      <a:pt x="4561957" y="5120559"/>
                      <a:pt x="4316909" y="5192893"/>
                    </a:cubicBezTo>
                    <a:close/>
                  </a:path>
                </a:pathLst>
              </a:custGeom>
              <a:solidFill>
                <a:srgbClr val="7281FE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3" name="자유형: 도형 269">
                <a:extLst>
                  <a:ext uri="{FF2B5EF4-FFF2-40B4-BE49-F238E27FC236}">
                    <a16:creationId xmlns:a16="http://schemas.microsoft.com/office/drawing/2014/main" id="{5D9CCD0F-B8BE-F7A5-1D11-F2B42F35028F}"/>
                  </a:ext>
                </a:extLst>
              </p:cNvPr>
              <p:cNvSpPr/>
              <p:nvPr/>
            </p:nvSpPr>
            <p:spPr>
              <a:xfrm>
                <a:off x="3869901" y="457181"/>
                <a:ext cx="1610914" cy="548422"/>
              </a:xfrm>
              <a:custGeom>
                <a:avLst/>
                <a:gdLst>
                  <a:gd name="connsiteX0" fmla="*/ 1573860 w 1610914"/>
                  <a:gd name="connsiteY0" fmla="*/ 101267 h 548422"/>
                  <a:gd name="connsiteX1" fmla="*/ 66326 w 1610914"/>
                  <a:gd name="connsiteY1" fmla="*/ 546309 h 548422"/>
                  <a:gd name="connsiteX2" fmla="*/ 2113 w 1610914"/>
                  <a:gd name="connsiteY2" fmla="*/ 511368 h 548422"/>
                  <a:gd name="connsiteX3" fmla="*/ 2113 w 1610914"/>
                  <a:gd name="connsiteY3" fmla="*/ 511368 h 548422"/>
                  <a:gd name="connsiteX4" fmla="*/ 37055 w 1610914"/>
                  <a:gd name="connsiteY4" fmla="*/ 447155 h 548422"/>
                  <a:gd name="connsiteX5" fmla="*/ 1544589 w 1610914"/>
                  <a:gd name="connsiteY5" fmla="*/ 2113 h 548422"/>
                  <a:gd name="connsiteX6" fmla="*/ 1608801 w 1610914"/>
                  <a:gd name="connsiteY6" fmla="*/ 37055 h 548422"/>
                  <a:gd name="connsiteX7" fmla="*/ 1608801 w 1610914"/>
                  <a:gd name="connsiteY7" fmla="*/ 37055 h 548422"/>
                  <a:gd name="connsiteX8" fmla="*/ 1573860 w 1610914"/>
                  <a:gd name="connsiteY8" fmla="*/ 101267 h 54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10914" h="548422">
                    <a:moveTo>
                      <a:pt x="1573860" y="101267"/>
                    </a:moveTo>
                    <a:lnTo>
                      <a:pt x="66326" y="546309"/>
                    </a:lnTo>
                    <a:cubicBezTo>
                      <a:pt x="38970" y="554355"/>
                      <a:pt x="10236" y="538723"/>
                      <a:pt x="2113" y="511368"/>
                    </a:cubicBezTo>
                    <a:lnTo>
                      <a:pt x="2113" y="511368"/>
                    </a:lnTo>
                    <a:cubicBezTo>
                      <a:pt x="-5932" y="484012"/>
                      <a:pt x="9699" y="455278"/>
                      <a:pt x="37055" y="447155"/>
                    </a:cubicBezTo>
                    <a:lnTo>
                      <a:pt x="1544589" y="2113"/>
                    </a:lnTo>
                    <a:cubicBezTo>
                      <a:pt x="1571944" y="-5932"/>
                      <a:pt x="1600679" y="9699"/>
                      <a:pt x="1608801" y="37055"/>
                    </a:cubicBezTo>
                    <a:lnTo>
                      <a:pt x="1608801" y="37055"/>
                    </a:lnTo>
                    <a:cubicBezTo>
                      <a:pt x="1616847" y="64487"/>
                      <a:pt x="1601215" y="93221"/>
                      <a:pt x="1573860" y="101267"/>
                    </a:cubicBezTo>
                    <a:close/>
                  </a:path>
                </a:pathLst>
              </a:custGeom>
              <a:solidFill>
                <a:srgbClr val="3F41FC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9" name="자유형: 도형 225">
              <a:extLst>
                <a:ext uri="{FF2B5EF4-FFF2-40B4-BE49-F238E27FC236}">
                  <a16:creationId xmlns:a16="http://schemas.microsoft.com/office/drawing/2014/main" id="{5FE18903-1B15-92A4-5126-8EEDEE45AB68}"/>
                </a:ext>
              </a:extLst>
            </p:cNvPr>
            <p:cNvSpPr/>
            <p:nvPr/>
          </p:nvSpPr>
          <p:spPr>
            <a:xfrm>
              <a:off x="4429759" y="2910857"/>
              <a:ext cx="4143955" cy="3540107"/>
            </a:xfrm>
            <a:custGeom>
              <a:avLst/>
              <a:gdLst>
                <a:gd name="connsiteX0" fmla="*/ 4124393 w 4143954"/>
                <a:gd name="connsiteY0" fmla="*/ 2667264 h 3540107"/>
                <a:gd name="connsiteX1" fmla="*/ 4027768 w 4143954"/>
                <a:gd name="connsiteY1" fmla="*/ 2495699 h 3540107"/>
                <a:gd name="connsiteX2" fmla="*/ 4029530 w 4143954"/>
                <a:gd name="connsiteY2" fmla="*/ 2367274 h 3540107"/>
                <a:gd name="connsiteX3" fmla="*/ 4085007 w 4143954"/>
                <a:gd name="connsiteY3" fmla="*/ 2220230 h 3540107"/>
                <a:gd name="connsiteX4" fmla="*/ 4097574 w 4143954"/>
                <a:gd name="connsiteY4" fmla="*/ 2183526 h 3540107"/>
                <a:gd name="connsiteX5" fmla="*/ 4073437 w 4143954"/>
                <a:gd name="connsiteY5" fmla="*/ 2117398 h 3540107"/>
                <a:gd name="connsiteX6" fmla="*/ 3748237 w 4143954"/>
                <a:gd name="connsiteY6" fmla="*/ 1809976 h 3540107"/>
                <a:gd name="connsiteX7" fmla="*/ 3573607 w 4143954"/>
                <a:gd name="connsiteY7" fmla="*/ 1664080 h 3540107"/>
                <a:gd name="connsiteX8" fmla="*/ 3323807 w 4143954"/>
                <a:gd name="connsiteY8" fmla="*/ 1122796 h 3540107"/>
                <a:gd name="connsiteX9" fmla="*/ 3215765 w 4143954"/>
                <a:gd name="connsiteY9" fmla="*/ 728327 h 3540107"/>
                <a:gd name="connsiteX10" fmla="*/ 2789880 w 4143954"/>
                <a:gd name="connsiteY10" fmla="*/ 99613 h 3540107"/>
                <a:gd name="connsiteX11" fmla="*/ 2376101 w 4143954"/>
                <a:gd name="connsiteY11" fmla="*/ 0 h 3540107"/>
                <a:gd name="connsiteX12" fmla="*/ 2376101 w 4143954"/>
                <a:gd name="connsiteY12" fmla="*/ 229877 h 3540107"/>
                <a:gd name="connsiteX13" fmla="*/ 2192199 w 4143954"/>
                <a:gd name="connsiteY13" fmla="*/ 375466 h 3540107"/>
                <a:gd name="connsiteX14" fmla="*/ 1504637 w 4143954"/>
                <a:gd name="connsiteY14" fmla="*/ 504963 h 3540107"/>
                <a:gd name="connsiteX15" fmla="*/ 1101279 w 4143954"/>
                <a:gd name="connsiteY15" fmla="*/ 378454 h 3540107"/>
                <a:gd name="connsiteX16" fmla="*/ 947031 w 4143954"/>
                <a:gd name="connsiteY16" fmla="*/ 215625 h 3540107"/>
                <a:gd name="connsiteX17" fmla="*/ 907339 w 4143954"/>
                <a:gd name="connsiteY17" fmla="*/ 108655 h 3540107"/>
                <a:gd name="connsiteX18" fmla="*/ 900520 w 4143954"/>
                <a:gd name="connsiteY18" fmla="*/ 12490 h 3540107"/>
                <a:gd name="connsiteX19" fmla="*/ 672098 w 4143954"/>
                <a:gd name="connsiteY19" fmla="*/ 87890 h 3540107"/>
                <a:gd name="connsiteX20" fmla="*/ 277936 w 4143954"/>
                <a:gd name="connsiteY20" fmla="*/ 380523 h 3540107"/>
                <a:gd name="connsiteX21" fmla="*/ 69207 w 4143954"/>
                <a:gd name="connsiteY21" fmla="*/ 878667 h 3540107"/>
                <a:gd name="connsiteX22" fmla="*/ 6374 w 4143954"/>
                <a:gd name="connsiteY22" fmla="*/ 1595577 h 3540107"/>
                <a:gd name="connsiteX23" fmla="*/ 181157 w 4143954"/>
                <a:gd name="connsiteY23" fmla="*/ 1840779 h 3540107"/>
                <a:gd name="connsiteX24" fmla="*/ 503982 w 4143954"/>
                <a:gd name="connsiteY24" fmla="*/ 1859246 h 3540107"/>
                <a:gd name="connsiteX25" fmla="*/ 555857 w 4143954"/>
                <a:gd name="connsiteY25" fmla="*/ 1869667 h 3540107"/>
                <a:gd name="connsiteX26" fmla="*/ 652022 w 4143954"/>
                <a:gd name="connsiteY26" fmla="*/ 3540107 h 3540107"/>
                <a:gd name="connsiteX27" fmla="*/ 3042744 w 4143954"/>
                <a:gd name="connsiteY27" fmla="*/ 2827488 h 3540107"/>
                <a:gd name="connsiteX28" fmla="*/ 3050637 w 4143954"/>
                <a:gd name="connsiteY28" fmla="*/ 2023532 h 3540107"/>
                <a:gd name="connsiteX29" fmla="*/ 3177912 w 4143954"/>
                <a:gd name="connsiteY29" fmla="*/ 2226053 h 3540107"/>
                <a:gd name="connsiteX30" fmla="*/ 3446945 w 4143954"/>
                <a:gd name="connsiteY30" fmla="*/ 2461447 h 3540107"/>
                <a:gd name="connsiteX31" fmla="*/ 3701342 w 4143954"/>
                <a:gd name="connsiteY31" fmla="*/ 2619220 h 3540107"/>
                <a:gd name="connsiteX32" fmla="*/ 4141940 w 4143954"/>
                <a:gd name="connsiteY32" fmla="*/ 2695462 h 3540107"/>
                <a:gd name="connsiteX33" fmla="*/ 4124393 w 4143954"/>
                <a:gd name="connsiteY33" fmla="*/ 2667264 h 3540107"/>
                <a:gd name="connsiteX34" fmla="*/ 2813097 w 4143954"/>
                <a:gd name="connsiteY34" fmla="*/ 959200 h 3540107"/>
                <a:gd name="connsiteX35" fmla="*/ 2812867 w 4143954"/>
                <a:gd name="connsiteY35" fmla="*/ 959354 h 3540107"/>
                <a:gd name="connsiteX36" fmla="*/ 2811871 w 4143954"/>
                <a:gd name="connsiteY36" fmla="*/ 953530 h 3540107"/>
                <a:gd name="connsiteX37" fmla="*/ 2816851 w 4143954"/>
                <a:gd name="connsiteY37" fmla="*/ 957132 h 3540107"/>
                <a:gd name="connsiteX38" fmla="*/ 2813097 w 4143954"/>
                <a:gd name="connsiteY38" fmla="*/ 959200 h 3540107"/>
                <a:gd name="connsiteX39" fmla="*/ 2946579 w 4143954"/>
                <a:gd name="connsiteY39" fmla="*/ 2255861 h 3540107"/>
                <a:gd name="connsiteX40" fmla="*/ 2946579 w 4143954"/>
                <a:gd name="connsiteY40" fmla="*/ 2254021 h 3540107"/>
                <a:gd name="connsiteX41" fmla="*/ 2951253 w 4143954"/>
                <a:gd name="connsiteY41" fmla="*/ 2253179 h 3540107"/>
                <a:gd name="connsiteX42" fmla="*/ 2946579 w 4143954"/>
                <a:gd name="connsiteY42" fmla="*/ 2255861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3097 w 4143955"/>
                <a:gd name="connsiteY34" fmla="*/ 959200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37" fmla="*/ 2816851 w 4143955"/>
                <a:gd name="connsiteY37" fmla="*/ 957132 h 3540107"/>
                <a:gd name="connsiteX38" fmla="*/ 2813097 w 4143955"/>
                <a:gd name="connsiteY38" fmla="*/ 959200 h 3540107"/>
                <a:gd name="connsiteX39" fmla="*/ 2951253 w 4143955"/>
                <a:gd name="connsiteY39" fmla="*/ 2253179 h 3540107"/>
                <a:gd name="connsiteX40" fmla="*/ 2946579 w 4143955"/>
                <a:gd name="connsiteY40" fmla="*/ 2254021 h 3540107"/>
                <a:gd name="connsiteX41" fmla="*/ 2951253 w 4143955"/>
                <a:gd name="connsiteY41" fmla="*/ 2253179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3097 w 4143955"/>
                <a:gd name="connsiteY34" fmla="*/ 959200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37" fmla="*/ 2816851 w 4143955"/>
                <a:gd name="connsiteY37" fmla="*/ 957132 h 3540107"/>
                <a:gd name="connsiteX38" fmla="*/ 2813097 w 4143955"/>
                <a:gd name="connsiteY38" fmla="*/ 959200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6851 w 4143955"/>
                <a:gd name="connsiteY34" fmla="*/ 957132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37" fmla="*/ 2816851 w 4143955"/>
                <a:gd name="connsiteY37" fmla="*/ 957132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34" fmla="*/ 2811871 w 4143955"/>
                <a:gd name="connsiteY34" fmla="*/ 953530 h 3540107"/>
                <a:gd name="connsiteX35" fmla="*/ 2812867 w 4143955"/>
                <a:gd name="connsiteY35" fmla="*/ 959354 h 3540107"/>
                <a:gd name="connsiteX36" fmla="*/ 2811871 w 4143955"/>
                <a:gd name="connsiteY36" fmla="*/ 953530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50637 w 4143955"/>
                <a:gd name="connsiteY28" fmla="*/ 2023532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  <a:gd name="connsiteX0" fmla="*/ 4124393 w 4143955"/>
                <a:gd name="connsiteY0" fmla="*/ 2667264 h 3540107"/>
                <a:gd name="connsiteX1" fmla="*/ 4027768 w 4143955"/>
                <a:gd name="connsiteY1" fmla="*/ 2495699 h 3540107"/>
                <a:gd name="connsiteX2" fmla="*/ 4029530 w 4143955"/>
                <a:gd name="connsiteY2" fmla="*/ 2367274 h 3540107"/>
                <a:gd name="connsiteX3" fmla="*/ 4085007 w 4143955"/>
                <a:gd name="connsiteY3" fmla="*/ 2220230 h 3540107"/>
                <a:gd name="connsiteX4" fmla="*/ 4097574 w 4143955"/>
                <a:gd name="connsiteY4" fmla="*/ 2183526 h 3540107"/>
                <a:gd name="connsiteX5" fmla="*/ 4073437 w 4143955"/>
                <a:gd name="connsiteY5" fmla="*/ 2117398 h 3540107"/>
                <a:gd name="connsiteX6" fmla="*/ 3748237 w 4143955"/>
                <a:gd name="connsiteY6" fmla="*/ 1809976 h 3540107"/>
                <a:gd name="connsiteX7" fmla="*/ 3573607 w 4143955"/>
                <a:gd name="connsiteY7" fmla="*/ 1664080 h 3540107"/>
                <a:gd name="connsiteX8" fmla="*/ 3323807 w 4143955"/>
                <a:gd name="connsiteY8" fmla="*/ 1122796 h 3540107"/>
                <a:gd name="connsiteX9" fmla="*/ 3215765 w 4143955"/>
                <a:gd name="connsiteY9" fmla="*/ 728327 h 3540107"/>
                <a:gd name="connsiteX10" fmla="*/ 2789880 w 4143955"/>
                <a:gd name="connsiteY10" fmla="*/ 99613 h 3540107"/>
                <a:gd name="connsiteX11" fmla="*/ 2376101 w 4143955"/>
                <a:gd name="connsiteY11" fmla="*/ 0 h 3540107"/>
                <a:gd name="connsiteX12" fmla="*/ 2376101 w 4143955"/>
                <a:gd name="connsiteY12" fmla="*/ 229877 h 3540107"/>
                <a:gd name="connsiteX13" fmla="*/ 2192199 w 4143955"/>
                <a:gd name="connsiteY13" fmla="*/ 375466 h 3540107"/>
                <a:gd name="connsiteX14" fmla="*/ 1504637 w 4143955"/>
                <a:gd name="connsiteY14" fmla="*/ 504963 h 3540107"/>
                <a:gd name="connsiteX15" fmla="*/ 1101279 w 4143955"/>
                <a:gd name="connsiteY15" fmla="*/ 378454 h 3540107"/>
                <a:gd name="connsiteX16" fmla="*/ 947031 w 4143955"/>
                <a:gd name="connsiteY16" fmla="*/ 215625 h 3540107"/>
                <a:gd name="connsiteX17" fmla="*/ 907339 w 4143955"/>
                <a:gd name="connsiteY17" fmla="*/ 108655 h 3540107"/>
                <a:gd name="connsiteX18" fmla="*/ 900520 w 4143955"/>
                <a:gd name="connsiteY18" fmla="*/ 12490 h 3540107"/>
                <a:gd name="connsiteX19" fmla="*/ 672098 w 4143955"/>
                <a:gd name="connsiteY19" fmla="*/ 87890 h 3540107"/>
                <a:gd name="connsiteX20" fmla="*/ 277936 w 4143955"/>
                <a:gd name="connsiteY20" fmla="*/ 380523 h 3540107"/>
                <a:gd name="connsiteX21" fmla="*/ 69207 w 4143955"/>
                <a:gd name="connsiteY21" fmla="*/ 878667 h 3540107"/>
                <a:gd name="connsiteX22" fmla="*/ 6374 w 4143955"/>
                <a:gd name="connsiteY22" fmla="*/ 1595577 h 3540107"/>
                <a:gd name="connsiteX23" fmla="*/ 181157 w 4143955"/>
                <a:gd name="connsiteY23" fmla="*/ 1840779 h 3540107"/>
                <a:gd name="connsiteX24" fmla="*/ 503982 w 4143955"/>
                <a:gd name="connsiteY24" fmla="*/ 1859246 h 3540107"/>
                <a:gd name="connsiteX25" fmla="*/ 555857 w 4143955"/>
                <a:gd name="connsiteY25" fmla="*/ 1869667 h 3540107"/>
                <a:gd name="connsiteX26" fmla="*/ 652022 w 4143955"/>
                <a:gd name="connsiteY26" fmla="*/ 3540107 h 3540107"/>
                <a:gd name="connsiteX27" fmla="*/ 3042744 w 4143955"/>
                <a:gd name="connsiteY27" fmla="*/ 2827488 h 3540107"/>
                <a:gd name="connsiteX28" fmla="*/ 3037190 w 4143955"/>
                <a:gd name="connsiteY28" fmla="*/ 1983190 h 3540107"/>
                <a:gd name="connsiteX29" fmla="*/ 3177912 w 4143955"/>
                <a:gd name="connsiteY29" fmla="*/ 2226053 h 3540107"/>
                <a:gd name="connsiteX30" fmla="*/ 3446945 w 4143955"/>
                <a:gd name="connsiteY30" fmla="*/ 2461447 h 3540107"/>
                <a:gd name="connsiteX31" fmla="*/ 3701342 w 4143955"/>
                <a:gd name="connsiteY31" fmla="*/ 2619220 h 3540107"/>
                <a:gd name="connsiteX32" fmla="*/ 4141940 w 4143955"/>
                <a:gd name="connsiteY32" fmla="*/ 2695462 h 3540107"/>
                <a:gd name="connsiteX33" fmla="*/ 4124393 w 4143955"/>
                <a:gd name="connsiteY33" fmla="*/ 2667264 h 354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143955" h="3540107">
                  <a:moveTo>
                    <a:pt x="4124393" y="2667264"/>
                  </a:moveTo>
                  <a:cubicBezTo>
                    <a:pt x="4056732" y="2629487"/>
                    <a:pt x="4039261" y="2565965"/>
                    <a:pt x="4027768" y="2495699"/>
                  </a:cubicBezTo>
                  <a:cubicBezTo>
                    <a:pt x="4020565" y="2451792"/>
                    <a:pt x="4025469" y="2410108"/>
                    <a:pt x="4029530" y="2367274"/>
                  </a:cubicBezTo>
                  <a:cubicBezTo>
                    <a:pt x="4034664" y="2312870"/>
                    <a:pt x="4047997" y="2262297"/>
                    <a:pt x="4085007" y="2220230"/>
                  </a:cubicBezTo>
                  <a:cubicBezTo>
                    <a:pt x="4094125" y="2209885"/>
                    <a:pt x="4105619" y="2199924"/>
                    <a:pt x="4097574" y="2183526"/>
                  </a:cubicBezTo>
                  <a:cubicBezTo>
                    <a:pt x="4108531" y="2154561"/>
                    <a:pt x="4089375" y="2135865"/>
                    <a:pt x="4073437" y="2117398"/>
                  </a:cubicBezTo>
                  <a:cubicBezTo>
                    <a:pt x="3975662" y="2003762"/>
                    <a:pt x="3869842" y="1898478"/>
                    <a:pt x="3748237" y="1809976"/>
                  </a:cubicBezTo>
                  <a:cubicBezTo>
                    <a:pt x="3686783" y="1765303"/>
                    <a:pt x="3621575" y="1724998"/>
                    <a:pt x="3573607" y="1664080"/>
                  </a:cubicBezTo>
                  <a:cubicBezTo>
                    <a:pt x="3560581" y="1643775"/>
                    <a:pt x="3363576" y="1295894"/>
                    <a:pt x="3323807" y="1122796"/>
                  </a:cubicBezTo>
                  <a:cubicBezTo>
                    <a:pt x="3293234" y="989698"/>
                    <a:pt x="3248024" y="861043"/>
                    <a:pt x="3215765" y="728327"/>
                  </a:cubicBezTo>
                  <a:cubicBezTo>
                    <a:pt x="3165345" y="521055"/>
                    <a:pt x="3165345" y="176239"/>
                    <a:pt x="2789880" y="99613"/>
                  </a:cubicBezTo>
                  <a:cubicBezTo>
                    <a:pt x="2748578" y="91874"/>
                    <a:pt x="2421386" y="16474"/>
                    <a:pt x="2376101" y="0"/>
                  </a:cubicBezTo>
                  <a:cubicBezTo>
                    <a:pt x="2382384" y="44213"/>
                    <a:pt x="2396330" y="188729"/>
                    <a:pt x="2376101" y="229877"/>
                  </a:cubicBezTo>
                  <a:cubicBezTo>
                    <a:pt x="2348362" y="286350"/>
                    <a:pt x="2238787" y="341597"/>
                    <a:pt x="2192199" y="375466"/>
                  </a:cubicBezTo>
                  <a:cubicBezTo>
                    <a:pt x="2107911" y="436766"/>
                    <a:pt x="1655819" y="513392"/>
                    <a:pt x="1504637" y="504963"/>
                  </a:cubicBezTo>
                  <a:cubicBezTo>
                    <a:pt x="1362802" y="497071"/>
                    <a:pt x="1220508" y="455616"/>
                    <a:pt x="1101279" y="378454"/>
                  </a:cubicBezTo>
                  <a:cubicBezTo>
                    <a:pt x="1038139" y="337613"/>
                    <a:pt x="983582" y="281599"/>
                    <a:pt x="947031" y="215625"/>
                  </a:cubicBezTo>
                  <a:cubicBezTo>
                    <a:pt x="928565" y="182216"/>
                    <a:pt x="914542" y="146202"/>
                    <a:pt x="907339" y="108655"/>
                  </a:cubicBezTo>
                  <a:cubicBezTo>
                    <a:pt x="903968" y="91108"/>
                    <a:pt x="911094" y="21072"/>
                    <a:pt x="900520" y="12490"/>
                  </a:cubicBezTo>
                  <a:cubicBezTo>
                    <a:pt x="868950" y="-13026"/>
                    <a:pt x="709492" y="76856"/>
                    <a:pt x="672098" y="87890"/>
                  </a:cubicBezTo>
                  <a:cubicBezTo>
                    <a:pt x="345520" y="183902"/>
                    <a:pt x="315942" y="317307"/>
                    <a:pt x="277936" y="380523"/>
                  </a:cubicBezTo>
                  <a:cubicBezTo>
                    <a:pt x="184912" y="535537"/>
                    <a:pt x="124071" y="706795"/>
                    <a:pt x="69207" y="878667"/>
                  </a:cubicBezTo>
                  <a:cubicBezTo>
                    <a:pt x="-14698" y="1141723"/>
                    <a:pt x="-2668" y="1531978"/>
                    <a:pt x="6374" y="1595577"/>
                  </a:cubicBezTo>
                  <a:cubicBezTo>
                    <a:pt x="23155" y="1713504"/>
                    <a:pt x="69590" y="1791739"/>
                    <a:pt x="181157" y="1840779"/>
                  </a:cubicBezTo>
                  <a:cubicBezTo>
                    <a:pt x="282840" y="1885452"/>
                    <a:pt x="397165" y="1875261"/>
                    <a:pt x="503982" y="1859246"/>
                  </a:cubicBezTo>
                  <a:cubicBezTo>
                    <a:pt x="535168" y="1854572"/>
                    <a:pt x="542754" y="1846143"/>
                    <a:pt x="555857" y="1869667"/>
                  </a:cubicBezTo>
                  <a:cubicBezTo>
                    <a:pt x="562140" y="1880931"/>
                    <a:pt x="652022" y="3540107"/>
                    <a:pt x="652022" y="3540107"/>
                  </a:cubicBezTo>
                  <a:lnTo>
                    <a:pt x="3042744" y="2827488"/>
                  </a:lnTo>
                  <a:cubicBezTo>
                    <a:pt x="3064889" y="2724580"/>
                    <a:pt x="3036577" y="1985948"/>
                    <a:pt x="3037190" y="1983190"/>
                  </a:cubicBezTo>
                  <a:cubicBezTo>
                    <a:pt x="3043550" y="1992308"/>
                    <a:pt x="3109620" y="2146344"/>
                    <a:pt x="3177912" y="2226053"/>
                  </a:cubicBezTo>
                  <a:cubicBezTo>
                    <a:pt x="3246205" y="2305763"/>
                    <a:pt x="3347025" y="2394630"/>
                    <a:pt x="3446945" y="2461447"/>
                  </a:cubicBezTo>
                  <a:cubicBezTo>
                    <a:pt x="3525103" y="2524817"/>
                    <a:pt x="3611690" y="2574930"/>
                    <a:pt x="3701342" y="2619220"/>
                  </a:cubicBezTo>
                  <a:cubicBezTo>
                    <a:pt x="3735900" y="2636230"/>
                    <a:pt x="4040411" y="2725653"/>
                    <a:pt x="4141940" y="2695462"/>
                  </a:cubicBezTo>
                  <a:cubicBezTo>
                    <a:pt x="4149603" y="2677915"/>
                    <a:pt x="4133588" y="2672398"/>
                    <a:pt x="4124393" y="2667264"/>
                  </a:cubicBezTo>
                  <a:close/>
                </a:path>
              </a:pathLst>
            </a:custGeom>
            <a:solidFill>
              <a:srgbClr val="00B9FE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0" name="자유형: 도형 226">
              <a:extLst>
                <a:ext uri="{FF2B5EF4-FFF2-40B4-BE49-F238E27FC236}">
                  <a16:creationId xmlns:a16="http://schemas.microsoft.com/office/drawing/2014/main" id="{524EE2BA-E8B9-B51A-9061-F3509801A08B}"/>
                </a:ext>
              </a:extLst>
            </p:cNvPr>
            <p:cNvSpPr/>
            <p:nvPr/>
          </p:nvSpPr>
          <p:spPr>
            <a:xfrm>
              <a:off x="7376274" y="3069503"/>
              <a:ext cx="1192443" cy="2537103"/>
            </a:xfrm>
            <a:custGeom>
              <a:avLst/>
              <a:gdLst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102054 w 1192443"/>
                <a:gd name="connsiteY20" fmla="*/ 2121134 h 2537103"/>
                <a:gd name="connsiteX21" fmla="*/ 98893 w 1192443"/>
                <a:gd name="connsiteY21" fmla="*/ 1873786 h 2537103"/>
                <a:gd name="connsiteX22" fmla="*/ 37669 w 1192443"/>
                <a:gd name="connsiteY22" fmla="*/ 573371 h 2537103"/>
                <a:gd name="connsiteX23" fmla="*/ 27258 w 1192443"/>
                <a:gd name="connsiteY23" fmla="*/ 567595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102054 w 1192443"/>
                <a:gd name="connsiteY20" fmla="*/ 2121134 h 2537103"/>
                <a:gd name="connsiteX21" fmla="*/ 98893 w 1192443"/>
                <a:gd name="connsiteY21" fmla="*/ 1873786 h 2537103"/>
                <a:gd name="connsiteX22" fmla="*/ 37669 w 1192443"/>
                <a:gd name="connsiteY22" fmla="*/ 573371 h 2537103"/>
                <a:gd name="connsiteX23" fmla="*/ 0 w 1192443"/>
                <a:gd name="connsiteY23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102054 w 1192443"/>
                <a:gd name="connsiteY20" fmla="*/ 2121134 h 2537103"/>
                <a:gd name="connsiteX21" fmla="*/ 98893 w 1192443"/>
                <a:gd name="connsiteY21" fmla="*/ 1873786 h 2537103"/>
                <a:gd name="connsiteX22" fmla="*/ 0 w 1192443"/>
                <a:gd name="connsiteY22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102070 w 1192443"/>
                <a:gd name="connsiteY19" fmla="*/ 2125420 h 2537103"/>
                <a:gd name="connsiteX20" fmla="*/ 98893 w 1192443"/>
                <a:gd name="connsiteY20" fmla="*/ 1873786 h 2537103"/>
                <a:gd name="connsiteX21" fmla="*/ 0 w 1192443"/>
                <a:gd name="connsiteY21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102573 w 1192443"/>
                <a:gd name="connsiteY18" fmla="*/ 2135890 h 2537103"/>
                <a:gd name="connsiteX19" fmla="*/ 98893 w 1192443"/>
                <a:gd name="connsiteY19" fmla="*/ 1873786 h 2537103"/>
                <a:gd name="connsiteX20" fmla="*/ 0 w 1192443"/>
                <a:gd name="connsiteY20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102197 w 1192443"/>
                <a:gd name="connsiteY17" fmla="*/ 2087453 h 2537103"/>
                <a:gd name="connsiteX18" fmla="*/ 98893 w 1192443"/>
                <a:gd name="connsiteY18" fmla="*/ 1873786 h 2537103"/>
                <a:gd name="connsiteX19" fmla="*/ 0 w 1192443"/>
                <a:gd name="connsiteY19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98893 w 1192443"/>
                <a:gd name="connsiteY17" fmla="*/ 1873786 h 2537103"/>
                <a:gd name="connsiteX18" fmla="*/ 0 w 1192443"/>
                <a:gd name="connsiteY18" fmla="*/ 0 h 2537103"/>
                <a:gd name="connsiteX0" fmla="*/ 0 w 1192443"/>
                <a:gd name="connsiteY0" fmla="*/ 0 h 2537103"/>
                <a:gd name="connsiteX1" fmla="*/ 56221 w 1192443"/>
                <a:gd name="connsiteY1" fmla="*/ 36495 h 2537103"/>
                <a:gd name="connsiteX2" fmla="*/ 264253 w 1192443"/>
                <a:gd name="connsiteY2" fmla="*/ 563793 h 2537103"/>
                <a:gd name="connsiteX3" fmla="*/ 372295 w 1192443"/>
                <a:gd name="connsiteY3" fmla="*/ 958262 h 2537103"/>
                <a:gd name="connsiteX4" fmla="*/ 622095 w 1192443"/>
                <a:gd name="connsiteY4" fmla="*/ 1499546 h 2537103"/>
                <a:gd name="connsiteX5" fmla="*/ 796725 w 1192443"/>
                <a:gd name="connsiteY5" fmla="*/ 1645442 h 2537103"/>
                <a:gd name="connsiteX6" fmla="*/ 1121925 w 1192443"/>
                <a:gd name="connsiteY6" fmla="*/ 1952864 h 2537103"/>
                <a:gd name="connsiteX7" fmla="*/ 1146062 w 1192443"/>
                <a:gd name="connsiteY7" fmla="*/ 2018992 h 2537103"/>
                <a:gd name="connsiteX8" fmla="*/ 1133495 w 1192443"/>
                <a:gd name="connsiteY8" fmla="*/ 2055696 h 2537103"/>
                <a:gd name="connsiteX9" fmla="*/ 1078018 w 1192443"/>
                <a:gd name="connsiteY9" fmla="*/ 2202740 h 2537103"/>
                <a:gd name="connsiteX10" fmla="*/ 1076256 w 1192443"/>
                <a:gd name="connsiteY10" fmla="*/ 2331165 h 2537103"/>
                <a:gd name="connsiteX11" fmla="*/ 1172881 w 1192443"/>
                <a:gd name="connsiteY11" fmla="*/ 2502730 h 2537103"/>
                <a:gd name="connsiteX12" fmla="*/ 1190428 w 1192443"/>
                <a:gd name="connsiteY12" fmla="*/ 2530928 h 2537103"/>
                <a:gd name="connsiteX13" fmla="*/ 749830 w 1192443"/>
                <a:gd name="connsiteY13" fmla="*/ 2454686 h 2537103"/>
                <a:gd name="connsiteX14" fmla="*/ 495433 w 1192443"/>
                <a:gd name="connsiteY14" fmla="*/ 2296913 h 2537103"/>
                <a:gd name="connsiteX15" fmla="*/ 226400 w 1192443"/>
                <a:gd name="connsiteY15" fmla="*/ 2061519 h 2537103"/>
                <a:gd name="connsiteX16" fmla="*/ 99125 w 1192443"/>
                <a:gd name="connsiteY16" fmla="*/ 1858998 h 2537103"/>
                <a:gd name="connsiteX17" fmla="*/ 0 w 1192443"/>
                <a:gd name="connsiteY17" fmla="*/ 0 h 2537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2443" h="2537103">
                  <a:moveTo>
                    <a:pt x="0" y="0"/>
                  </a:moveTo>
                  <a:lnTo>
                    <a:pt x="56221" y="36495"/>
                  </a:lnTo>
                  <a:cubicBezTo>
                    <a:pt x="216984" y="175517"/>
                    <a:pt x="226438" y="408339"/>
                    <a:pt x="264253" y="563793"/>
                  </a:cubicBezTo>
                  <a:cubicBezTo>
                    <a:pt x="296512" y="696509"/>
                    <a:pt x="341722" y="825164"/>
                    <a:pt x="372295" y="958262"/>
                  </a:cubicBezTo>
                  <a:cubicBezTo>
                    <a:pt x="412064" y="1131360"/>
                    <a:pt x="609069" y="1479241"/>
                    <a:pt x="622095" y="1499546"/>
                  </a:cubicBezTo>
                  <a:cubicBezTo>
                    <a:pt x="670063" y="1560464"/>
                    <a:pt x="735271" y="1600769"/>
                    <a:pt x="796725" y="1645442"/>
                  </a:cubicBezTo>
                  <a:cubicBezTo>
                    <a:pt x="918330" y="1733944"/>
                    <a:pt x="1024150" y="1839228"/>
                    <a:pt x="1121925" y="1952864"/>
                  </a:cubicBezTo>
                  <a:cubicBezTo>
                    <a:pt x="1137863" y="1971331"/>
                    <a:pt x="1157019" y="1990027"/>
                    <a:pt x="1146062" y="2018992"/>
                  </a:cubicBezTo>
                  <a:cubicBezTo>
                    <a:pt x="1154107" y="2035390"/>
                    <a:pt x="1142613" y="2045351"/>
                    <a:pt x="1133495" y="2055696"/>
                  </a:cubicBezTo>
                  <a:cubicBezTo>
                    <a:pt x="1096485" y="2097763"/>
                    <a:pt x="1083152" y="2148336"/>
                    <a:pt x="1078018" y="2202740"/>
                  </a:cubicBezTo>
                  <a:cubicBezTo>
                    <a:pt x="1073957" y="2245574"/>
                    <a:pt x="1069053" y="2287258"/>
                    <a:pt x="1076256" y="2331165"/>
                  </a:cubicBezTo>
                  <a:cubicBezTo>
                    <a:pt x="1087749" y="2401431"/>
                    <a:pt x="1105220" y="2464953"/>
                    <a:pt x="1172881" y="2502730"/>
                  </a:cubicBezTo>
                  <a:cubicBezTo>
                    <a:pt x="1182076" y="2507864"/>
                    <a:pt x="1198091" y="2513381"/>
                    <a:pt x="1190428" y="2530928"/>
                  </a:cubicBezTo>
                  <a:cubicBezTo>
                    <a:pt x="1088899" y="2561119"/>
                    <a:pt x="784388" y="2471696"/>
                    <a:pt x="749830" y="2454686"/>
                  </a:cubicBezTo>
                  <a:cubicBezTo>
                    <a:pt x="660178" y="2410396"/>
                    <a:pt x="573591" y="2360283"/>
                    <a:pt x="495433" y="2296913"/>
                  </a:cubicBezTo>
                  <a:cubicBezTo>
                    <a:pt x="395513" y="2230096"/>
                    <a:pt x="309386" y="2147723"/>
                    <a:pt x="226400" y="2061519"/>
                  </a:cubicBezTo>
                  <a:cubicBezTo>
                    <a:pt x="182876" y="2016310"/>
                    <a:pt x="105485" y="1868116"/>
                    <a:pt x="99125" y="1858998"/>
                  </a:cubicBezTo>
                  <a:cubicBezTo>
                    <a:pt x="61392" y="1515412"/>
                    <a:pt x="7151" y="303750"/>
                    <a:pt x="0" y="0"/>
                  </a:cubicBezTo>
                  <a:close/>
                </a:path>
              </a:pathLst>
            </a:custGeom>
            <a:gradFill>
              <a:gsLst>
                <a:gs pos="58000">
                  <a:srgbClr val="08A4D5"/>
                </a:gs>
                <a:gs pos="89000">
                  <a:srgbClr val="00B9FE"/>
                </a:gs>
                <a:gs pos="0">
                  <a:srgbClr val="08A4D5"/>
                </a:gs>
                <a:gs pos="100000">
                  <a:srgbClr val="00ADEA"/>
                </a:gs>
              </a:gsLst>
              <a:lin ang="3000000" scaled="0"/>
            </a:gra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11" name="그룹 227">
              <a:extLst>
                <a:ext uri="{FF2B5EF4-FFF2-40B4-BE49-F238E27FC236}">
                  <a16:creationId xmlns:a16="http://schemas.microsoft.com/office/drawing/2014/main" id="{160E3FA7-A227-1D7E-8E87-71317B20743B}"/>
                </a:ext>
              </a:extLst>
            </p:cNvPr>
            <p:cNvGrpSpPr/>
            <p:nvPr/>
          </p:nvGrpSpPr>
          <p:grpSpPr>
            <a:xfrm>
              <a:off x="8436837" y="4874016"/>
              <a:ext cx="841192" cy="810829"/>
              <a:chOff x="8436837" y="4874016"/>
              <a:chExt cx="841192" cy="810829"/>
            </a:xfrm>
          </p:grpSpPr>
          <p:sp>
            <p:nvSpPr>
              <p:cNvPr id="48" name="자유형: 도형 264">
                <a:extLst>
                  <a:ext uri="{FF2B5EF4-FFF2-40B4-BE49-F238E27FC236}">
                    <a16:creationId xmlns:a16="http://schemas.microsoft.com/office/drawing/2014/main" id="{402D2585-A190-345A-DC64-BCDACB771BB3}"/>
                  </a:ext>
                </a:extLst>
              </p:cNvPr>
              <p:cNvSpPr/>
              <p:nvPr/>
            </p:nvSpPr>
            <p:spPr>
              <a:xfrm>
                <a:off x="8436837" y="4874016"/>
                <a:ext cx="841192" cy="810829"/>
              </a:xfrm>
              <a:custGeom>
                <a:avLst/>
                <a:gdLst>
                  <a:gd name="connsiteX0" fmla="*/ 232635 w 841192"/>
                  <a:gd name="connsiteY0" fmla="*/ 758 h 810829"/>
                  <a:gd name="connsiteX1" fmla="*/ 270412 w 841192"/>
                  <a:gd name="connsiteY1" fmla="*/ 44664 h 810829"/>
                  <a:gd name="connsiteX2" fmla="*/ 239762 w 841192"/>
                  <a:gd name="connsiteY2" fmla="*/ 219371 h 810829"/>
                  <a:gd name="connsiteX3" fmla="*/ 283132 w 841192"/>
                  <a:gd name="connsiteY3" fmla="*/ 303966 h 810829"/>
                  <a:gd name="connsiteX4" fmla="*/ 402180 w 841192"/>
                  <a:gd name="connsiteY4" fmla="*/ 317768 h 810829"/>
                  <a:gd name="connsiteX5" fmla="*/ 464142 w 841192"/>
                  <a:gd name="connsiteY5" fmla="*/ 319586 h 810829"/>
                  <a:gd name="connsiteX6" fmla="*/ 509587 w 841192"/>
                  <a:gd name="connsiteY6" fmla="*/ 318373 h 810829"/>
                  <a:gd name="connsiteX7" fmla="*/ 672545 w 841192"/>
                  <a:gd name="connsiteY7" fmla="*/ 299903 h 810829"/>
                  <a:gd name="connsiteX8" fmla="*/ 756143 w 841192"/>
                  <a:gd name="connsiteY8" fmla="*/ 296456 h 810829"/>
                  <a:gd name="connsiteX9" fmla="*/ 841044 w 841192"/>
                  <a:gd name="connsiteY9" fmla="*/ 408406 h 810829"/>
                  <a:gd name="connsiteX10" fmla="*/ 822961 w 841192"/>
                  <a:gd name="connsiteY10" fmla="*/ 504494 h 810829"/>
                  <a:gd name="connsiteX11" fmla="*/ 744726 w 841192"/>
                  <a:gd name="connsiteY11" fmla="*/ 673301 h 810829"/>
                  <a:gd name="connsiteX12" fmla="*/ 407496 w 841192"/>
                  <a:gd name="connsiteY12" fmla="*/ 802109 h 810829"/>
                  <a:gd name="connsiteX13" fmla="*/ 407499 w 841192"/>
                  <a:gd name="connsiteY13" fmla="*/ 802095 h 810829"/>
                  <a:gd name="connsiteX14" fmla="*/ 407419 w 841192"/>
                  <a:gd name="connsiteY14" fmla="*/ 802109 h 810829"/>
                  <a:gd name="connsiteX15" fmla="*/ 99460 w 841192"/>
                  <a:gd name="connsiteY15" fmla="*/ 712074 h 810829"/>
                  <a:gd name="connsiteX16" fmla="*/ 9272 w 841192"/>
                  <a:gd name="connsiteY16" fmla="*/ 564570 h 810829"/>
                  <a:gd name="connsiteX17" fmla="*/ 24597 w 841192"/>
                  <a:gd name="connsiteY17" fmla="*/ 321819 h 810829"/>
                  <a:gd name="connsiteX18" fmla="*/ 182599 w 841192"/>
                  <a:gd name="connsiteY18" fmla="*/ 29646 h 810829"/>
                  <a:gd name="connsiteX19" fmla="*/ 232635 w 841192"/>
                  <a:gd name="connsiteY19" fmla="*/ 758 h 81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41192" h="810829">
                    <a:moveTo>
                      <a:pt x="232635" y="758"/>
                    </a:moveTo>
                    <a:cubicBezTo>
                      <a:pt x="254780" y="5202"/>
                      <a:pt x="264129" y="24741"/>
                      <a:pt x="270412" y="44664"/>
                    </a:cubicBezTo>
                    <a:cubicBezTo>
                      <a:pt x="288496" y="102133"/>
                      <a:pt x="242137" y="214850"/>
                      <a:pt x="239762" y="219371"/>
                    </a:cubicBezTo>
                    <a:cubicBezTo>
                      <a:pt x="201985" y="290633"/>
                      <a:pt x="202062" y="290020"/>
                      <a:pt x="283132" y="303966"/>
                    </a:cubicBezTo>
                    <a:cubicBezTo>
                      <a:pt x="322671" y="310747"/>
                      <a:pt x="362363" y="315115"/>
                      <a:pt x="402180" y="317768"/>
                    </a:cubicBezTo>
                    <a:lnTo>
                      <a:pt x="464142" y="319586"/>
                    </a:lnTo>
                    <a:lnTo>
                      <a:pt x="509587" y="318373"/>
                    </a:lnTo>
                    <a:cubicBezTo>
                      <a:pt x="577893" y="314760"/>
                      <a:pt x="635132" y="306686"/>
                      <a:pt x="672545" y="299903"/>
                    </a:cubicBezTo>
                    <a:cubicBezTo>
                      <a:pt x="700360" y="294846"/>
                      <a:pt x="728404" y="293773"/>
                      <a:pt x="756143" y="296456"/>
                    </a:cubicBezTo>
                    <a:cubicBezTo>
                      <a:pt x="809781" y="301666"/>
                      <a:pt x="843726" y="344117"/>
                      <a:pt x="841044" y="408406"/>
                    </a:cubicBezTo>
                    <a:cubicBezTo>
                      <a:pt x="839665" y="440512"/>
                      <a:pt x="840125" y="474610"/>
                      <a:pt x="822961" y="504494"/>
                    </a:cubicBezTo>
                    <a:cubicBezTo>
                      <a:pt x="813383" y="534838"/>
                      <a:pt x="767407" y="642114"/>
                      <a:pt x="744726" y="673301"/>
                    </a:cubicBezTo>
                    <a:cubicBezTo>
                      <a:pt x="673541" y="816131"/>
                      <a:pt x="535155" y="822874"/>
                      <a:pt x="407496" y="802109"/>
                    </a:cubicBezTo>
                    <a:lnTo>
                      <a:pt x="407499" y="802095"/>
                    </a:lnTo>
                    <a:lnTo>
                      <a:pt x="407419" y="802109"/>
                    </a:lnTo>
                    <a:cubicBezTo>
                      <a:pt x="324357" y="794830"/>
                      <a:pt x="162064" y="749467"/>
                      <a:pt x="99460" y="712074"/>
                    </a:cubicBezTo>
                    <a:cubicBezTo>
                      <a:pt x="41148" y="677209"/>
                      <a:pt x="22451" y="622805"/>
                      <a:pt x="9272" y="564570"/>
                    </a:cubicBezTo>
                    <a:cubicBezTo>
                      <a:pt x="-9271" y="482810"/>
                      <a:pt x="2146" y="401587"/>
                      <a:pt x="24597" y="321819"/>
                    </a:cubicBezTo>
                    <a:cubicBezTo>
                      <a:pt x="35478" y="283276"/>
                      <a:pt x="155090" y="67728"/>
                      <a:pt x="182599" y="29646"/>
                    </a:cubicBezTo>
                    <a:cubicBezTo>
                      <a:pt x="194399" y="13324"/>
                      <a:pt x="209572" y="-3840"/>
                      <a:pt x="232635" y="758"/>
                    </a:cubicBezTo>
                    <a:close/>
                  </a:path>
                </a:pathLst>
              </a:custGeom>
              <a:gradFill flip="none" rotWithShape="1">
                <a:gsLst>
                  <a:gs pos="37000">
                    <a:srgbClr val="F5B382"/>
                  </a:gs>
                  <a:gs pos="63000">
                    <a:srgbClr val="DC7C53"/>
                  </a:gs>
                  <a:gs pos="0">
                    <a:srgbClr val="F5B382"/>
                  </a:gs>
                  <a:gs pos="100000">
                    <a:srgbClr val="DC7C53"/>
                  </a:gs>
                </a:gsLst>
                <a:lin ang="1200000" scaled="0"/>
                <a:tileRect/>
              </a:gradFill>
              <a:ln w="765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49" name="자유형: 도형 265">
                <a:extLst>
                  <a:ext uri="{FF2B5EF4-FFF2-40B4-BE49-F238E27FC236}">
                    <a16:creationId xmlns:a16="http://schemas.microsoft.com/office/drawing/2014/main" id="{70FD11B2-9C39-D5D4-7FCA-E2C444D2BEF3}"/>
                  </a:ext>
                </a:extLst>
              </p:cNvPr>
              <p:cNvSpPr/>
              <p:nvPr/>
            </p:nvSpPr>
            <p:spPr>
              <a:xfrm>
                <a:off x="8929519" y="5485241"/>
                <a:ext cx="269666" cy="62152"/>
              </a:xfrm>
              <a:custGeom>
                <a:avLst/>
                <a:gdLst>
                  <a:gd name="connsiteX0" fmla="*/ 252043 w 269666"/>
                  <a:gd name="connsiteY0" fmla="*/ 62153 h 62152"/>
                  <a:gd name="connsiteX1" fmla="*/ 73659 w 269666"/>
                  <a:gd name="connsiteY1" fmla="*/ 30889 h 62152"/>
                  <a:gd name="connsiteX2" fmla="*/ 21 w 269666"/>
                  <a:gd name="connsiteY2" fmla="*/ 4300 h 62152"/>
                  <a:gd name="connsiteX3" fmla="*/ 68984 w 269666"/>
                  <a:gd name="connsiteY3" fmla="*/ 9127 h 62152"/>
                  <a:gd name="connsiteX4" fmla="*/ 229055 w 269666"/>
                  <a:gd name="connsiteY4" fmla="*/ 37096 h 62152"/>
                  <a:gd name="connsiteX5" fmla="*/ 269667 w 269666"/>
                  <a:gd name="connsiteY5" fmla="*/ 30736 h 62152"/>
                  <a:gd name="connsiteX6" fmla="*/ 252043 w 269666"/>
                  <a:gd name="connsiteY6" fmla="*/ 62153 h 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9666" h="62152">
                    <a:moveTo>
                      <a:pt x="252043" y="62153"/>
                    </a:moveTo>
                    <a:cubicBezTo>
                      <a:pt x="192582" y="51808"/>
                      <a:pt x="132967" y="42077"/>
                      <a:pt x="73659" y="30889"/>
                    </a:cubicBezTo>
                    <a:cubicBezTo>
                      <a:pt x="47912" y="26062"/>
                      <a:pt x="-1128" y="15641"/>
                      <a:pt x="21" y="4300"/>
                    </a:cubicBezTo>
                    <a:cubicBezTo>
                      <a:pt x="-1128" y="-7270"/>
                      <a:pt x="44847" y="8055"/>
                      <a:pt x="68984" y="9127"/>
                    </a:cubicBezTo>
                    <a:cubicBezTo>
                      <a:pt x="122622" y="15870"/>
                      <a:pt x="175724" y="27288"/>
                      <a:pt x="229055" y="37096"/>
                    </a:cubicBezTo>
                    <a:cubicBezTo>
                      <a:pt x="243461" y="39778"/>
                      <a:pt x="256717" y="36406"/>
                      <a:pt x="269667" y="30736"/>
                    </a:cubicBezTo>
                    <a:cubicBezTo>
                      <a:pt x="265912" y="42383"/>
                      <a:pt x="261775" y="53800"/>
                      <a:pt x="252043" y="62153"/>
                    </a:cubicBezTo>
                    <a:close/>
                  </a:path>
                </a:pathLst>
              </a:custGeom>
              <a:solidFill>
                <a:srgbClr val="AE633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0" name="자유형: 도형 266">
                <a:extLst>
                  <a:ext uri="{FF2B5EF4-FFF2-40B4-BE49-F238E27FC236}">
                    <a16:creationId xmlns:a16="http://schemas.microsoft.com/office/drawing/2014/main" id="{27F82B9E-DB88-0B61-CA34-FD17D1AAB41F}"/>
                  </a:ext>
                </a:extLst>
              </p:cNvPr>
              <p:cNvSpPr/>
              <p:nvPr/>
            </p:nvSpPr>
            <p:spPr>
              <a:xfrm>
                <a:off x="8997278" y="5325539"/>
                <a:ext cx="262519" cy="83085"/>
              </a:xfrm>
              <a:custGeom>
                <a:avLst/>
                <a:gdLst>
                  <a:gd name="connsiteX0" fmla="*/ 251256 w 262519"/>
                  <a:gd name="connsiteY0" fmla="*/ 83086 h 83085"/>
                  <a:gd name="connsiteX1" fmla="*/ 217847 w 262519"/>
                  <a:gd name="connsiteY1" fmla="*/ 59409 h 83085"/>
                  <a:gd name="connsiteX2" fmla="*/ 24367 w 262519"/>
                  <a:gd name="connsiteY2" fmla="*/ 21862 h 83085"/>
                  <a:gd name="connsiteX3" fmla="*/ 0 w 262519"/>
                  <a:gd name="connsiteY3" fmla="*/ 6767 h 83085"/>
                  <a:gd name="connsiteX4" fmla="*/ 26589 w 262519"/>
                  <a:gd name="connsiteY4" fmla="*/ 1173 h 83085"/>
                  <a:gd name="connsiteX5" fmla="*/ 246581 w 262519"/>
                  <a:gd name="connsiteY5" fmla="*/ 40482 h 83085"/>
                  <a:gd name="connsiteX6" fmla="*/ 262520 w 262519"/>
                  <a:gd name="connsiteY6" fmla="*/ 53125 h 83085"/>
                  <a:gd name="connsiteX7" fmla="*/ 251256 w 262519"/>
                  <a:gd name="connsiteY7" fmla="*/ 83086 h 83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2519" h="83085">
                    <a:moveTo>
                      <a:pt x="251256" y="83086"/>
                    </a:moveTo>
                    <a:cubicBezTo>
                      <a:pt x="245356" y="67760"/>
                      <a:pt x="235471" y="62244"/>
                      <a:pt x="217847" y="59409"/>
                    </a:cubicBezTo>
                    <a:cubicBezTo>
                      <a:pt x="153021" y="48988"/>
                      <a:pt x="88809" y="34659"/>
                      <a:pt x="24367" y="21862"/>
                    </a:cubicBezTo>
                    <a:cubicBezTo>
                      <a:pt x="16934" y="20406"/>
                      <a:pt x="0" y="17341"/>
                      <a:pt x="0" y="6767"/>
                    </a:cubicBezTo>
                    <a:cubicBezTo>
                      <a:pt x="0" y="-896"/>
                      <a:pt x="18926" y="-896"/>
                      <a:pt x="26589" y="1173"/>
                    </a:cubicBezTo>
                    <a:cubicBezTo>
                      <a:pt x="98847" y="20253"/>
                      <a:pt x="172408" y="32053"/>
                      <a:pt x="246581" y="40482"/>
                    </a:cubicBezTo>
                    <a:cubicBezTo>
                      <a:pt x="255470" y="41478"/>
                      <a:pt x="260834" y="44390"/>
                      <a:pt x="262520" y="53125"/>
                    </a:cubicBezTo>
                    <a:cubicBezTo>
                      <a:pt x="258765" y="63086"/>
                      <a:pt x="255010" y="73048"/>
                      <a:pt x="251256" y="83086"/>
                    </a:cubicBezTo>
                    <a:close/>
                  </a:path>
                </a:pathLst>
              </a:custGeom>
              <a:solidFill>
                <a:srgbClr val="B06232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2" name="자유형: 도형 228">
              <a:extLst>
                <a:ext uri="{FF2B5EF4-FFF2-40B4-BE49-F238E27FC236}">
                  <a16:creationId xmlns:a16="http://schemas.microsoft.com/office/drawing/2014/main" id="{C23DD65E-76CA-F76B-F3B7-E66683697551}"/>
                </a:ext>
              </a:extLst>
            </p:cNvPr>
            <p:cNvSpPr/>
            <p:nvPr/>
          </p:nvSpPr>
          <p:spPr>
            <a:xfrm>
              <a:off x="7218318" y="3633673"/>
              <a:ext cx="251981" cy="2054375"/>
            </a:xfrm>
            <a:custGeom>
              <a:avLst/>
              <a:gdLst>
                <a:gd name="connsiteX0" fmla="*/ 248399 w 251981"/>
                <a:gd name="connsiteY0" fmla="*/ 1315504 h 2054375"/>
                <a:gd name="connsiteX1" fmla="*/ 248399 w 251981"/>
                <a:gd name="connsiteY1" fmla="*/ 2051111 h 2054375"/>
                <a:gd name="connsiteX2" fmla="*/ 179436 w 251981"/>
                <a:gd name="connsiteY2" fmla="*/ 1530056 h 2054375"/>
                <a:gd name="connsiteX3" fmla="*/ 95608 w 251981"/>
                <a:gd name="connsiteY3" fmla="*/ 455304 h 2054375"/>
                <a:gd name="connsiteX4" fmla="*/ 5189 w 251981"/>
                <a:gd name="connsiteY4" fmla="*/ 275847 h 2054375"/>
                <a:gd name="connsiteX5" fmla="*/ 7641 w 251981"/>
                <a:gd name="connsiteY5" fmla="*/ 240829 h 2054375"/>
                <a:gd name="connsiteX6" fmla="*/ 42812 w 251981"/>
                <a:gd name="connsiteY6" fmla="*/ 247189 h 2054375"/>
                <a:gd name="connsiteX7" fmla="*/ 96374 w 251981"/>
                <a:gd name="connsiteY7" fmla="*/ 284199 h 2054375"/>
                <a:gd name="connsiteX8" fmla="*/ 141430 w 251981"/>
                <a:gd name="connsiteY8" fmla="*/ 266345 h 2054375"/>
                <a:gd name="connsiteX9" fmla="*/ 102734 w 251981"/>
                <a:gd name="connsiteY9" fmla="*/ 12867 h 2054375"/>
                <a:gd name="connsiteX10" fmla="*/ 187175 w 251981"/>
                <a:gd name="connsiteY10" fmla="*/ 15089 h 2054375"/>
                <a:gd name="connsiteX11" fmla="*/ 248399 w 251981"/>
                <a:gd name="connsiteY11" fmla="*/ 1315504 h 205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981" h="2054375">
                  <a:moveTo>
                    <a:pt x="248399" y="1315504"/>
                  </a:moveTo>
                  <a:cubicBezTo>
                    <a:pt x="249165" y="1354430"/>
                    <a:pt x="256062" y="1690970"/>
                    <a:pt x="248399" y="2051111"/>
                  </a:cubicBezTo>
                  <a:cubicBezTo>
                    <a:pt x="225412" y="2089424"/>
                    <a:pt x="194761" y="1782921"/>
                    <a:pt x="179436" y="1530056"/>
                  </a:cubicBezTo>
                  <a:cubicBezTo>
                    <a:pt x="171774" y="1361480"/>
                    <a:pt x="99745" y="538213"/>
                    <a:pt x="95608" y="455304"/>
                  </a:cubicBezTo>
                  <a:cubicBezTo>
                    <a:pt x="93079" y="403965"/>
                    <a:pt x="9710" y="290559"/>
                    <a:pt x="5189" y="275847"/>
                  </a:cubicBezTo>
                  <a:cubicBezTo>
                    <a:pt x="1664" y="264046"/>
                    <a:pt x="-5615" y="250254"/>
                    <a:pt x="7641" y="240829"/>
                  </a:cubicBezTo>
                  <a:cubicBezTo>
                    <a:pt x="19978" y="232017"/>
                    <a:pt x="32085" y="240216"/>
                    <a:pt x="42812" y="247189"/>
                  </a:cubicBezTo>
                  <a:cubicBezTo>
                    <a:pt x="61049" y="258989"/>
                    <a:pt x="78213" y="272322"/>
                    <a:pt x="96374" y="284199"/>
                  </a:cubicBezTo>
                  <a:cubicBezTo>
                    <a:pt x="123576" y="301976"/>
                    <a:pt x="133384" y="297302"/>
                    <a:pt x="141430" y="266345"/>
                  </a:cubicBezTo>
                  <a:cubicBezTo>
                    <a:pt x="147253" y="244047"/>
                    <a:pt x="104036" y="34246"/>
                    <a:pt x="102734" y="12867"/>
                  </a:cubicBezTo>
                  <a:cubicBezTo>
                    <a:pt x="113691" y="-12496"/>
                    <a:pt x="181505" y="5894"/>
                    <a:pt x="187175" y="15089"/>
                  </a:cubicBezTo>
                  <a:cubicBezTo>
                    <a:pt x="190394" y="143054"/>
                    <a:pt x="247557" y="1272900"/>
                    <a:pt x="248399" y="1315504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229">
              <a:extLst>
                <a:ext uri="{FF2B5EF4-FFF2-40B4-BE49-F238E27FC236}">
                  <a16:creationId xmlns:a16="http://schemas.microsoft.com/office/drawing/2014/main" id="{43B84695-BE8E-A748-B6CA-C2B723F6FA3E}"/>
                </a:ext>
              </a:extLst>
            </p:cNvPr>
            <p:cNvSpPr/>
            <p:nvPr/>
          </p:nvSpPr>
          <p:spPr>
            <a:xfrm>
              <a:off x="5281085" y="3784696"/>
              <a:ext cx="69192" cy="60840"/>
            </a:xfrm>
            <a:custGeom>
              <a:avLst/>
              <a:gdLst>
                <a:gd name="connsiteX0" fmla="*/ 69193 w 69192"/>
                <a:gd name="connsiteY0" fmla="*/ 0 h 60840"/>
                <a:gd name="connsiteX1" fmla="*/ 0 w 69192"/>
                <a:gd name="connsiteY1" fmla="*/ 60841 h 60840"/>
                <a:gd name="connsiteX2" fmla="*/ 69193 w 69192"/>
                <a:gd name="connsiteY2" fmla="*/ 0 h 6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192" h="60840">
                  <a:moveTo>
                    <a:pt x="69193" y="0"/>
                  </a:moveTo>
                  <a:cubicBezTo>
                    <a:pt x="56090" y="31570"/>
                    <a:pt x="33562" y="52488"/>
                    <a:pt x="0" y="60841"/>
                  </a:cubicBezTo>
                  <a:cubicBezTo>
                    <a:pt x="11647" y="27585"/>
                    <a:pt x="45439" y="19463"/>
                    <a:pt x="69193" y="0"/>
                  </a:cubicBezTo>
                  <a:close/>
                </a:path>
              </a:pathLst>
            </a:custGeom>
            <a:solidFill>
              <a:srgbClr val="23ADE5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4" name="그룹 230">
              <a:extLst>
                <a:ext uri="{FF2B5EF4-FFF2-40B4-BE49-F238E27FC236}">
                  <a16:creationId xmlns:a16="http://schemas.microsoft.com/office/drawing/2014/main" id="{AE364AC9-882F-B4DF-7FD9-F41D4841E9CB}"/>
                </a:ext>
              </a:extLst>
            </p:cNvPr>
            <p:cNvGrpSpPr/>
            <p:nvPr/>
          </p:nvGrpSpPr>
          <p:grpSpPr>
            <a:xfrm>
              <a:off x="5357487" y="242207"/>
              <a:ext cx="1640013" cy="3067952"/>
              <a:chOff x="5357487" y="242207"/>
              <a:chExt cx="1640013" cy="3067952"/>
            </a:xfrm>
          </p:grpSpPr>
          <p:sp>
            <p:nvSpPr>
              <p:cNvPr id="35" name="자유형: 도형 251">
                <a:extLst>
                  <a:ext uri="{FF2B5EF4-FFF2-40B4-BE49-F238E27FC236}">
                    <a16:creationId xmlns:a16="http://schemas.microsoft.com/office/drawing/2014/main" id="{06964AD0-E7E3-1915-3235-D37506588B9E}"/>
                  </a:ext>
                </a:extLst>
              </p:cNvPr>
              <p:cNvSpPr/>
              <p:nvPr/>
            </p:nvSpPr>
            <p:spPr>
              <a:xfrm>
                <a:off x="5431047" y="2390645"/>
                <a:ext cx="1337705" cy="919514"/>
              </a:xfrm>
              <a:custGeom>
                <a:avLst/>
                <a:gdLst>
                  <a:gd name="connsiteX0" fmla="*/ 1305849 w 1337705"/>
                  <a:gd name="connsiteY0" fmla="*/ 504964 h 919514"/>
                  <a:gd name="connsiteX1" fmla="*/ 1186160 w 1337705"/>
                  <a:gd name="connsiteY1" fmla="*/ 458835 h 919514"/>
                  <a:gd name="connsiteX2" fmla="*/ 953371 w 1337705"/>
                  <a:gd name="connsiteY2" fmla="*/ 213786 h 919514"/>
                  <a:gd name="connsiteX3" fmla="*/ 876899 w 1337705"/>
                  <a:gd name="connsiteY3" fmla="*/ 8122 h 919514"/>
                  <a:gd name="connsiteX4" fmla="*/ 654148 w 1337705"/>
                  <a:gd name="connsiteY4" fmla="*/ 37240 h 919514"/>
                  <a:gd name="connsiteX5" fmla="*/ 440285 w 1337705"/>
                  <a:gd name="connsiteY5" fmla="*/ 0 h 919514"/>
                  <a:gd name="connsiteX6" fmla="*/ 340366 w 1337705"/>
                  <a:gd name="connsiteY6" fmla="*/ 259838 h 919514"/>
                  <a:gd name="connsiteX7" fmla="*/ 160525 w 1337705"/>
                  <a:gd name="connsiteY7" fmla="*/ 443356 h 919514"/>
                  <a:gd name="connsiteX8" fmla="*/ 65126 w 1337705"/>
                  <a:gd name="connsiteY8" fmla="*/ 491784 h 919514"/>
                  <a:gd name="connsiteX9" fmla="*/ 377 w 1337705"/>
                  <a:gd name="connsiteY9" fmla="*/ 557222 h 919514"/>
                  <a:gd name="connsiteX10" fmla="*/ 71945 w 1337705"/>
                  <a:gd name="connsiteY10" fmla="*/ 752388 h 919514"/>
                  <a:gd name="connsiteX11" fmla="*/ 328565 w 1337705"/>
                  <a:gd name="connsiteY11" fmla="*/ 864568 h 919514"/>
                  <a:gd name="connsiteX12" fmla="*/ 652002 w 1337705"/>
                  <a:gd name="connsiteY12" fmla="*/ 919508 h 919514"/>
                  <a:gd name="connsiteX13" fmla="*/ 913909 w 1337705"/>
                  <a:gd name="connsiteY13" fmla="*/ 881349 h 919514"/>
                  <a:gd name="connsiteX14" fmla="*/ 1175662 w 1337705"/>
                  <a:gd name="connsiteY14" fmla="*/ 792770 h 919514"/>
                  <a:gd name="connsiteX15" fmla="*/ 1327228 w 1337705"/>
                  <a:gd name="connsiteY15" fmla="*/ 630476 h 919514"/>
                  <a:gd name="connsiteX16" fmla="*/ 1305849 w 1337705"/>
                  <a:gd name="connsiteY16" fmla="*/ 504964 h 919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705" h="919514">
                    <a:moveTo>
                      <a:pt x="1305849" y="504964"/>
                    </a:moveTo>
                    <a:cubicBezTo>
                      <a:pt x="1259874" y="497301"/>
                      <a:pt x="1207232" y="472014"/>
                      <a:pt x="1186160" y="458835"/>
                    </a:cubicBezTo>
                    <a:cubicBezTo>
                      <a:pt x="1075972" y="390025"/>
                      <a:pt x="1010840" y="324280"/>
                      <a:pt x="953371" y="213786"/>
                    </a:cubicBezTo>
                    <a:cubicBezTo>
                      <a:pt x="937816" y="183825"/>
                      <a:pt x="876745" y="98847"/>
                      <a:pt x="876899" y="8122"/>
                    </a:cubicBezTo>
                    <a:cubicBezTo>
                      <a:pt x="807782" y="37547"/>
                      <a:pt x="711540" y="38160"/>
                      <a:pt x="654148" y="37240"/>
                    </a:cubicBezTo>
                    <a:cubicBezTo>
                      <a:pt x="580970" y="36091"/>
                      <a:pt x="509172" y="26589"/>
                      <a:pt x="440285" y="0"/>
                    </a:cubicBezTo>
                    <a:cubicBezTo>
                      <a:pt x="424654" y="114249"/>
                      <a:pt x="346802" y="249800"/>
                      <a:pt x="340366" y="259838"/>
                    </a:cubicBezTo>
                    <a:cubicBezTo>
                      <a:pt x="293317" y="333858"/>
                      <a:pt x="229105" y="388799"/>
                      <a:pt x="160525" y="443356"/>
                    </a:cubicBezTo>
                    <a:cubicBezTo>
                      <a:pt x="137537" y="461670"/>
                      <a:pt x="71486" y="490711"/>
                      <a:pt x="65126" y="491784"/>
                    </a:cubicBezTo>
                    <a:cubicBezTo>
                      <a:pt x="22599" y="498833"/>
                      <a:pt x="2140" y="515921"/>
                      <a:pt x="377" y="557222"/>
                    </a:cubicBezTo>
                    <a:cubicBezTo>
                      <a:pt x="-2534" y="626875"/>
                      <a:pt x="10492" y="708098"/>
                      <a:pt x="71945" y="752388"/>
                    </a:cubicBezTo>
                    <a:cubicBezTo>
                      <a:pt x="149261" y="808095"/>
                      <a:pt x="234469" y="846714"/>
                      <a:pt x="328565" y="864568"/>
                    </a:cubicBezTo>
                    <a:cubicBezTo>
                      <a:pt x="360671" y="875602"/>
                      <a:pt x="602809" y="919049"/>
                      <a:pt x="652002" y="919508"/>
                    </a:cubicBezTo>
                    <a:cubicBezTo>
                      <a:pt x="708782" y="920045"/>
                      <a:pt x="897741" y="886330"/>
                      <a:pt x="913909" y="881349"/>
                    </a:cubicBezTo>
                    <a:cubicBezTo>
                      <a:pt x="967011" y="865028"/>
                      <a:pt x="1143326" y="810623"/>
                      <a:pt x="1175662" y="792770"/>
                    </a:cubicBezTo>
                    <a:cubicBezTo>
                      <a:pt x="1244166" y="758901"/>
                      <a:pt x="1305773" y="712543"/>
                      <a:pt x="1327228" y="630476"/>
                    </a:cubicBezTo>
                    <a:cubicBezTo>
                      <a:pt x="1347917" y="551245"/>
                      <a:pt x="1336500" y="512626"/>
                      <a:pt x="1305849" y="504964"/>
                    </a:cubicBezTo>
                    <a:close/>
                  </a:path>
                </a:pathLst>
              </a:custGeom>
              <a:solidFill>
                <a:srgbClr val="F5B382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36" name="자유형: 도형 252">
                <a:extLst>
                  <a:ext uri="{FF2B5EF4-FFF2-40B4-BE49-F238E27FC236}">
                    <a16:creationId xmlns:a16="http://schemas.microsoft.com/office/drawing/2014/main" id="{107965C6-4E10-28D9-038E-0875D117DF73}"/>
                  </a:ext>
                </a:extLst>
              </p:cNvPr>
              <p:cNvSpPr/>
              <p:nvPr/>
            </p:nvSpPr>
            <p:spPr>
              <a:xfrm>
                <a:off x="5357487" y="243628"/>
                <a:ext cx="1635951" cy="2202230"/>
              </a:xfrm>
              <a:custGeom>
                <a:avLst/>
                <a:gdLst>
                  <a:gd name="connsiteX0" fmla="*/ 1635952 w 1635951"/>
                  <a:gd name="connsiteY0" fmla="*/ 87854 h 2202230"/>
                  <a:gd name="connsiteX1" fmla="*/ 1496723 w 1635951"/>
                  <a:gd name="connsiteY1" fmla="*/ 244784 h 2202230"/>
                  <a:gd name="connsiteX2" fmla="*/ 1445154 w 1635951"/>
                  <a:gd name="connsiteY2" fmla="*/ 274208 h 2202230"/>
                  <a:gd name="connsiteX3" fmla="*/ 1462778 w 1635951"/>
                  <a:gd name="connsiteY3" fmla="*/ 218808 h 2202230"/>
                  <a:gd name="connsiteX4" fmla="*/ 1487528 w 1635951"/>
                  <a:gd name="connsiteY4" fmla="*/ 167392 h 2202230"/>
                  <a:gd name="connsiteX5" fmla="*/ 1494884 w 1635951"/>
                  <a:gd name="connsiteY5" fmla="*/ 101724 h 2202230"/>
                  <a:gd name="connsiteX6" fmla="*/ 1351671 w 1635951"/>
                  <a:gd name="connsiteY6" fmla="*/ 180342 h 2202230"/>
                  <a:gd name="connsiteX7" fmla="*/ 1192212 w 1635951"/>
                  <a:gd name="connsiteY7" fmla="*/ 209076 h 2202230"/>
                  <a:gd name="connsiteX8" fmla="*/ 1039574 w 1635951"/>
                  <a:gd name="connsiteY8" fmla="*/ 84713 h 2202230"/>
                  <a:gd name="connsiteX9" fmla="*/ 762112 w 1635951"/>
                  <a:gd name="connsiteY9" fmla="*/ 808 h 2202230"/>
                  <a:gd name="connsiteX10" fmla="*/ 527791 w 1635951"/>
                  <a:gd name="connsiteY10" fmla="*/ 65633 h 2202230"/>
                  <a:gd name="connsiteX11" fmla="*/ 386723 w 1635951"/>
                  <a:gd name="connsiteY11" fmla="*/ 113371 h 2202230"/>
                  <a:gd name="connsiteX12" fmla="*/ 208951 w 1635951"/>
                  <a:gd name="connsiteY12" fmla="*/ 118198 h 2202230"/>
                  <a:gd name="connsiteX13" fmla="*/ 73784 w 1635951"/>
                  <a:gd name="connsiteY13" fmla="*/ 359186 h 2202230"/>
                  <a:gd name="connsiteX14" fmla="*/ 103744 w 1635951"/>
                  <a:gd name="connsiteY14" fmla="*/ 1147511 h 2202230"/>
                  <a:gd name="connsiteX15" fmla="*/ 103897 w 1635951"/>
                  <a:gd name="connsiteY15" fmla="*/ 1148661 h 2202230"/>
                  <a:gd name="connsiteX16" fmla="*/ 16927 w 1635951"/>
                  <a:gd name="connsiteY16" fmla="*/ 1222451 h 2202230"/>
                  <a:gd name="connsiteX17" fmla="*/ 104357 w 1635951"/>
                  <a:gd name="connsiteY17" fmla="*/ 1457845 h 2202230"/>
                  <a:gd name="connsiteX18" fmla="*/ 143743 w 1635951"/>
                  <a:gd name="connsiteY18" fmla="*/ 1550486 h 2202230"/>
                  <a:gd name="connsiteX19" fmla="*/ 169719 w 1635951"/>
                  <a:gd name="connsiteY19" fmla="*/ 1701055 h 2202230"/>
                  <a:gd name="connsiteX20" fmla="*/ 627404 w 1635951"/>
                  <a:gd name="connsiteY20" fmla="*/ 2190157 h 2202230"/>
                  <a:gd name="connsiteX21" fmla="*/ 841650 w 1635951"/>
                  <a:gd name="connsiteY21" fmla="*/ 2195597 h 2202230"/>
                  <a:gd name="connsiteX22" fmla="*/ 1185393 w 1635951"/>
                  <a:gd name="connsiteY22" fmla="*/ 1944495 h 2202230"/>
                  <a:gd name="connsiteX23" fmla="*/ 1286692 w 1635951"/>
                  <a:gd name="connsiteY23" fmla="*/ 1727261 h 2202230"/>
                  <a:gd name="connsiteX24" fmla="*/ 1317419 w 1635951"/>
                  <a:gd name="connsiteY24" fmla="*/ 1481676 h 2202230"/>
                  <a:gd name="connsiteX25" fmla="*/ 1432894 w 1635951"/>
                  <a:gd name="connsiteY25" fmla="*/ 1402828 h 2202230"/>
                  <a:gd name="connsiteX26" fmla="*/ 1457108 w 1635951"/>
                  <a:gd name="connsiteY26" fmla="*/ 1343596 h 2202230"/>
                  <a:gd name="connsiteX27" fmla="*/ 1379256 w 1635951"/>
                  <a:gd name="connsiteY27" fmla="*/ 1142301 h 2202230"/>
                  <a:gd name="connsiteX28" fmla="*/ 1342935 w 1635951"/>
                  <a:gd name="connsiteY28" fmla="*/ 1143067 h 2202230"/>
                  <a:gd name="connsiteX29" fmla="*/ 1349219 w 1635951"/>
                  <a:gd name="connsiteY29" fmla="*/ 990582 h 2202230"/>
                  <a:gd name="connsiteX30" fmla="*/ 1351287 w 1635951"/>
                  <a:gd name="connsiteY30" fmla="*/ 710362 h 2202230"/>
                  <a:gd name="connsiteX31" fmla="*/ 1445154 w 1635951"/>
                  <a:gd name="connsiteY31" fmla="*/ 567225 h 2202230"/>
                  <a:gd name="connsiteX32" fmla="*/ 1588827 w 1635951"/>
                  <a:gd name="connsiteY32" fmla="*/ 338114 h 2202230"/>
                  <a:gd name="connsiteX33" fmla="*/ 1621546 w 1635951"/>
                  <a:gd name="connsiteY33" fmla="*/ 204325 h 2202230"/>
                  <a:gd name="connsiteX34" fmla="*/ 1635952 w 1635951"/>
                  <a:gd name="connsiteY34" fmla="*/ 87854 h 2202230"/>
                  <a:gd name="connsiteX35" fmla="*/ 391321 w 1635951"/>
                  <a:gd name="connsiteY35" fmla="*/ 123562 h 2202230"/>
                  <a:gd name="connsiteX36" fmla="*/ 391321 w 1635951"/>
                  <a:gd name="connsiteY36" fmla="*/ 123562 h 2202230"/>
                  <a:gd name="connsiteX37" fmla="*/ 391321 w 1635951"/>
                  <a:gd name="connsiteY37" fmla="*/ 123562 h 2202230"/>
                  <a:gd name="connsiteX38" fmla="*/ 391321 w 1635951"/>
                  <a:gd name="connsiteY38" fmla="*/ 123562 h 220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635951" h="2202230">
                    <a:moveTo>
                      <a:pt x="1635952" y="87854"/>
                    </a:moveTo>
                    <a:cubicBezTo>
                      <a:pt x="1593118" y="144174"/>
                      <a:pt x="1549671" y="198885"/>
                      <a:pt x="1496723" y="244784"/>
                    </a:cubicBezTo>
                    <a:cubicBezTo>
                      <a:pt x="1481321" y="258117"/>
                      <a:pt x="1460249" y="286621"/>
                      <a:pt x="1445154" y="274208"/>
                    </a:cubicBezTo>
                    <a:cubicBezTo>
                      <a:pt x="1425001" y="257734"/>
                      <a:pt x="1454042" y="237274"/>
                      <a:pt x="1462778" y="218808"/>
                    </a:cubicBezTo>
                    <a:cubicBezTo>
                      <a:pt x="1470977" y="201644"/>
                      <a:pt x="1480478" y="185016"/>
                      <a:pt x="1487528" y="167392"/>
                    </a:cubicBezTo>
                    <a:cubicBezTo>
                      <a:pt x="1495880" y="146780"/>
                      <a:pt x="1505458" y="125631"/>
                      <a:pt x="1494884" y="101724"/>
                    </a:cubicBezTo>
                    <a:cubicBezTo>
                      <a:pt x="1494731" y="101340"/>
                      <a:pt x="1364850" y="173752"/>
                      <a:pt x="1351671" y="180342"/>
                    </a:cubicBezTo>
                    <a:cubicBezTo>
                      <a:pt x="1303243" y="204555"/>
                      <a:pt x="1246463" y="224478"/>
                      <a:pt x="1192212" y="209076"/>
                    </a:cubicBezTo>
                    <a:cubicBezTo>
                      <a:pt x="1128077" y="190916"/>
                      <a:pt x="1086699" y="127317"/>
                      <a:pt x="1039574" y="84713"/>
                    </a:cubicBezTo>
                    <a:cubicBezTo>
                      <a:pt x="965937" y="18202"/>
                      <a:pt x="861189" y="-4786"/>
                      <a:pt x="762112" y="808"/>
                    </a:cubicBezTo>
                    <a:cubicBezTo>
                      <a:pt x="681196" y="5328"/>
                      <a:pt x="599283" y="27014"/>
                      <a:pt x="527791" y="65633"/>
                    </a:cubicBezTo>
                    <a:cubicBezTo>
                      <a:pt x="470705" y="96513"/>
                      <a:pt x="407642" y="119961"/>
                      <a:pt x="386723" y="113371"/>
                    </a:cubicBezTo>
                    <a:cubicBezTo>
                      <a:pt x="344962" y="100268"/>
                      <a:pt x="263969" y="87701"/>
                      <a:pt x="208951" y="118198"/>
                    </a:cubicBezTo>
                    <a:cubicBezTo>
                      <a:pt x="128495" y="162718"/>
                      <a:pt x="89492" y="274055"/>
                      <a:pt x="73784" y="359186"/>
                    </a:cubicBezTo>
                    <a:cubicBezTo>
                      <a:pt x="26046" y="617721"/>
                      <a:pt x="62443" y="890815"/>
                      <a:pt x="103744" y="1147511"/>
                    </a:cubicBezTo>
                    <a:cubicBezTo>
                      <a:pt x="103821" y="1147894"/>
                      <a:pt x="103897" y="1148277"/>
                      <a:pt x="103897" y="1148661"/>
                    </a:cubicBezTo>
                    <a:cubicBezTo>
                      <a:pt x="55470" y="1146975"/>
                      <a:pt x="34704" y="1177089"/>
                      <a:pt x="16927" y="1222451"/>
                    </a:cubicBezTo>
                    <a:cubicBezTo>
                      <a:pt x="-22611" y="1323520"/>
                      <a:pt x="7349" y="1412023"/>
                      <a:pt x="104357" y="1457845"/>
                    </a:cubicBezTo>
                    <a:cubicBezTo>
                      <a:pt x="142134" y="1475622"/>
                      <a:pt x="141291" y="1514702"/>
                      <a:pt x="143743" y="1550486"/>
                    </a:cubicBezTo>
                    <a:cubicBezTo>
                      <a:pt x="147268" y="1601365"/>
                      <a:pt x="156156" y="1651938"/>
                      <a:pt x="169719" y="1701055"/>
                    </a:cubicBezTo>
                    <a:cubicBezTo>
                      <a:pt x="228644" y="1913385"/>
                      <a:pt x="398906" y="2145944"/>
                      <a:pt x="627404" y="2190157"/>
                    </a:cubicBezTo>
                    <a:cubicBezTo>
                      <a:pt x="696291" y="2203490"/>
                      <a:pt x="772227" y="2206478"/>
                      <a:pt x="841650" y="2195597"/>
                    </a:cubicBezTo>
                    <a:cubicBezTo>
                      <a:pt x="978886" y="2174219"/>
                      <a:pt x="1108307" y="2054530"/>
                      <a:pt x="1185393" y="1944495"/>
                    </a:cubicBezTo>
                    <a:cubicBezTo>
                      <a:pt x="1230449" y="1880130"/>
                      <a:pt x="1265773" y="1804653"/>
                      <a:pt x="1286692" y="1727261"/>
                    </a:cubicBezTo>
                    <a:cubicBezTo>
                      <a:pt x="1308530" y="1646344"/>
                      <a:pt x="1296500" y="1560830"/>
                      <a:pt x="1317419" y="1481676"/>
                    </a:cubicBezTo>
                    <a:cubicBezTo>
                      <a:pt x="1361709" y="1451639"/>
                      <a:pt x="1399485" y="1447884"/>
                      <a:pt x="1432894" y="1402828"/>
                    </a:cubicBezTo>
                    <a:cubicBezTo>
                      <a:pt x="1441093" y="1386967"/>
                      <a:pt x="1453276" y="1358308"/>
                      <a:pt x="1457108" y="1343596"/>
                    </a:cubicBezTo>
                    <a:cubicBezTo>
                      <a:pt x="1475574" y="1272871"/>
                      <a:pt x="1437031" y="1169963"/>
                      <a:pt x="1379256" y="1142301"/>
                    </a:cubicBezTo>
                    <a:cubicBezTo>
                      <a:pt x="1366996" y="1133872"/>
                      <a:pt x="1355042" y="1137856"/>
                      <a:pt x="1342935" y="1143067"/>
                    </a:cubicBezTo>
                    <a:cubicBezTo>
                      <a:pt x="1348836" y="1140538"/>
                      <a:pt x="1348529" y="1002765"/>
                      <a:pt x="1349219" y="990582"/>
                    </a:cubicBezTo>
                    <a:cubicBezTo>
                      <a:pt x="1354506" y="897635"/>
                      <a:pt x="1357418" y="803309"/>
                      <a:pt x="1351287" y="710362"/>
                    </a:cubicBezTo>
                    <a:cubicBezTo>
                      <a:pt x="1346537" y="638180"/>
                      <a:pt x="1396113" y="608143"/>
                      <a:pt x="1445154" y="567225"/>
                    </a:cubicBezTo>
                    <a:cubicBezTo>
                      <a:pt x="1515343" y="508683"/>
                      <a:pt x="1559863" y="423398"/>
                      <a:pt x="1588827" y="338114"/>
                    </a:cubicBezTo>
                    <a:cubicBezTo>
                      <a:pt x="1603616" y="294590"/>
                      <a:pt x="1614497" y="249764"/>
                      <a:pt x="1621546" y="204325"/>
                    </a:cubicBezTo>
                    <a:cubicBezTo>
                      <a:pt x="1626220" y="175131"/>
                      <a:pt x="1632274" y="115669"/>
                      <a:pt x="1635952" y="87854"/>
                    </a:cubicBezTo>
                    <a:close/>
                    <a:moveTo>
                      <a:pt x="391321" y="123562"/>
                    </a:moveTo>
                    <a:cubicBezTo>
                      <a:pt x="391321" y="123562"/>
                      <a:pt x="391321" y="123562"/>
                      <a:pt x="391321" y="123562"/>
                    </a:cubicBezTo>
                    <a:cubicBezTo>
                      <a:pt x="391321" y="123562"/>
                      <a:pt x="391321" y="123562"/>
                      <a:pt x="391321" y="123562"/>
                    </a:cubicBezTo>
                    <a:lnTo>
                      <a:pt x="391321" y="123562"/>
                    </a:lnTo>
                    <a:close/>
                  </a:path>
                </a:pathLst>
              </a:custGeom>
              <a:solidFill>
                <a:srgbClr val="FEC69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" name="자유형: 도형 253">
                <a:extLst>
                  <a:ext uri="{FF2B5EF4-FFF2-40B4-BE49-F238E27FC236}">
                    <a16:creationId xmlns:a16="http://schemas.microsoft.com/office/drawing/2014/main" id="{7B577BFF-04A1-7848-67BF-5727CF57D7AF}"/>
                  </a:ext>
                </a:extLst>
              </p:cNvPr>
              <p:cNvSpPr/>
              <p:nvPr/>
            </p:nvSpPr>
            <p:spPr>
              <a:xfrm>
                <a:off x="5785827" y="242207"/>
                <a:ext cx="1211673" cy="1314443"/>
              </a:xfrm>
              <a:custGeom>
                <a:avLst/>
                <a:gdLst>
                  <a:gd name="connsiteX0" fmla="*/ 85199 w 1211673"/>
                  <a:gd name="connsiteY0" fmla="*/ 71269 h 1314443"/>
                  <a:gd name="connsiteX1" fmla="*/ 359902 w 1211673"/>
                  <a:gd name="connsiteY1" fmla="*/ 7 h 1314443"/>
                  <a:gd name="connsiteX2" fmla="*/ 654681 w 1211673"/>
                  <a:gd name="connsiteY2" fmla="*/ 130960 h 1314443"/>
                  <a:gd name="connsiteX3" fmla="*/ 854444 w 1211673"/>
                  <a:gd name="connsiteY3" fmla="*/ 206053 h 1314443"/>
                  <a:gd name="connsiteX4" fmla="*/ 1066620 w 1211673"/>
                  <a:gd name="connsiteY4" fmla="*/ 103145 h 1314443"/>
                  <a:gd name="connsiteX5" fmla="*/ 1034515 w 1211673"/>
                  <a:gd name="connsiteY5" fmla="*/ 220229 h 1314443"/>
                  <a:gd name="connsiteX6" fmla="*/ 1016890 w 1211673"/>
                  <a:gd name="connsiteY6" fmla="*/ 275629 h 1314443"/>
                  <a:gd name="connsiteX7" fmla="*/ 1068460 w 1211673"/>
                  <a:gd name="connsiteY7" fmla="*/ 246205 h 1314443"/>
                  <a:gd name="connsiteX8" fmla="*/ 1211673 w 1211673"/>
                  <a:gd name="connsiteY8" fmla="*/ 86364 h 1314443"/>
                  <a:gd name="connsiteX9" fmla="*/ 997121 w 1211673"/>
                  <a:gd name="connsiteY9" fmla="*/ 592093 h 1314443"/>
                  <a:gd name="connsiteX10" fmla="*/ 930840 w 1211673"/>
                  <a:gd name="connsiteY10" fmla="*/ 711859 h 1314443"/>
                  <a:gd name="connsiteX11" fmla="*/ 908925 w 1211673"/>
                  <a:gd name="connsiteY11" fmla="*/ 1278277 h 1314443"/>
                  <a:gd name="connsiteX12" fmla="*/ 894136 w 1211673"/>
                  <a:gd name="connsiteY12" fmla="*/ 1314444 h 1314443"/>
                  <a:gd name="connsiteX13" fmla="*/ 849157 w 1211673"/>
                  <a:gd name="connsiteY13" fmla="*/ 1262262 h 1314443"/>
                  <a:gd name="connsiteX14" fmla="*/ 832452 w 1211673"/>
                  <a:gd name="connsiteY14" fmla="*/ 734770 h 1314443"/>
                  <a:gd name="connsiteX15" fmla="*/ 826629 w 1211673"/>
                  <a:gd name="connsiteY15" fmla="*/ 707032 h 1314443"/>
                  <a:gd name="connsiteX16" fmla="*/ 792071 w 1211673"/>
                  <a:gd name="connsiteY16" fmla="*/ 725192 h 1314443"/>
                  <a:gd name="connsiteX17" fmla="*/ 411930 w 1211673"/>
                  <a:gd name="connsiteY17" fmla="*/ 833311 h 1314443"/>
                  <a:gd name="connsiteX18" fmla="*/ 207953 w 1211673"/>
                  <a:gd name="connsiteY18" fmla="*/ 760593 h 1314443"/>
                  <a:gd name="connsiteX19" fmla="*/ 21829 w 1211673"/>
                  <a:gd name="connsiteY19" fmla="*/ 456236 h 1314443"/>
                  <a:gd name="connsiteX20" fmla="*/ 374 w 1211673"/>
                  <a:gd name="connsiteY20" fmla="*/ 243600 h 1314443"/>
                  <a:gd name="connsiteX21" fmla="*/ 45353 w 1211673"/>
                  <a:gd name="connsiteY21" fmla="*/ 113566 h 1314443"/>
                  <a:gd name="connsiteX22" fmla="*/ 85199 w 1211673"/>
                  <a:gd name="connsiteY22" fmla="*/ 71269 h 131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11673" h="1314443">
                    <a:moveTo>
                      <a:pt x="85199" y="71269"/>
                    </a:moveTo>
                    <a:cubicBezTo>
                      <a:pt x="161824" y="9815"/>
                      <a:pt x="292548" y="-300"/>
                      <a:pt x="359902" y="7"/>
                    </a:cubicBezTo>
                    <a:cubicBezTo>
                      <a:pt x="478978" y="696"/>
                      <a:pt x="567941" y="25063"/>
                      <a:pt x="654681" y="130960"/>
                    </a:cubicBezTo>
                    <a:cubicBezTo>
                      <a:pt x="744180" y="216627"/>
                      <a:pt x="791151" y="226359"/>
                      <a:pt x="854444" y="206053"/>
                    </a:cubicBezTo>
                    <a:cubicBezTo>
                      <a:pt x="897124" y="192337"/>
                      <a:pt x="1020109" y="132339"/>
                      <a:pt x="1066620" y="103145"/>
                    </a:cubicBezTo>
                    <a:cubicBezTo>
                      <a:pt x="1081409" y="155327"/>
                      <a:pt x="1042637" y="203065"/>
                      <a:pt x="1034515" y="220229"/>
                    </a:cubicBezTo>
                    <a:cubicBezTo>
                      <a:pt x="1025779" y="238619"/>
                      <a:pt x="996738" y="259078"/>
                      <a:pt x="1016890" y="275629"/>
                    </a:cubicBezTo>
                    <a:cubicBezTo>
                      <a:pt x="1031986" y="288043"/>
                      <a:pt x="1053135" y="259461"/>
                      <a:pt x="1068460" y="246205"/>
                    </a:cubicBezTo>
                    <a:cubicBezTo>
                      <a:pt x="1121485" y="200306"/>
                      <a:pt x="1168916" y="142684"/>
                      <a:pt x="1211673" y="86364"/>
                    </a:cubicBezTo>
                    <a:cubicBezTo>
                      <a:pt x="1181023" y="469492"/>
                      <a:pt x="1031143" y="572630"/>
                      <a:pt x="997121" y="592093"/>
                    </a:cubicBezTo>
                    <a:cubicBezTo>
                      <a:pt x="958042" y="614468"/>
                      <a:pt x="926625" y="647647"/>
                      <a:pt x="930840" y="711859"/>
                    </a:cubicBezTo>
                    <a:cubicBezTo>
                      <a:pt x="935974" y="789405"/>
                      <a:pt x="912833" y="1228087"/>
                      <a:pt x="908925" y="1278277"/>
                    </a:cubicBezTo>
                    <a:cubicBezTo>
                      <a:pt x="907852" y="1291763"/>
                      <a:pt x="908312" y="1306245"/>
                      <a:pt x="894136" y="1314444"/>
                    </a:cubicBezTo>
                    <a:cubicBezTo>
                      <a:pt x="863409" y="1310689"/>
                      <a:pt x="849080" y="1290767"/>
                      <a:pt x="849157" y="1262262"/>
                    </a:cubicBezTo>
                    <a:cubicBezTo>
                      <a:pt x="849233" y="1211152"/>
                      <a:pt x="828468" y="859824"/>
                      <a:pt x="832452" y="734770"/>
                    </a:cubicBezTo>
                    <a:cubicBezTo>
                      <a:pt x="832759" y="726035"/>
                      <a:pt x="833755" y="716840"/>
                      <a:pt x="826629" y="707032"/>
                    </a:cubicBezTo>
                    <a:cubicBezTo>
                      <a:pt x="812300" y="706112"/>
                      <a:pt x="802875" y="717836"/>
                      <a:pt x="792071" y="725192"/>
                    </a:cubicBezTo>
                    <a:cubicBezTo>
                      <a:pt x="677285" y="803274"/>
                      <a:pt x="549627" y="836070"/>
                      <a:pt x="411930" y="833311"/>
                    </a:cubicBezTo>
                    <a:cubicBezTo>
                      <a:pt x="338217" y="829556"/>
                      <a:pt x="290479" y="813159"/>
                      <a:pt x="207953" y="760593"/>
                    </a:cubicBezTo>
                    <a:cubicBezTo>
                      <a:pt x="152552" y="721208"/>
                      <a:pt x="54702" y="592017"/>
                      <a:pt x="21829" y="456236"/>
                    </a:cubicBezTo>
                    <a:cubicBezTo>
                      <a:pt x="11255" y="412636"/>
                      <a:pt x="3439" y="270265"/>
                      <a:pt x="374" y="243600"/>
                    </a:cubicBezTo>
                    <a:cubicBezTo>
                      <a:pt x="-2385" y="219156"/>
                      <a:pt x="9875" y="150959"/>
                      <a:pt x="45353" y="113566"/>
                    </a:cubicBezTo>
                    <a:cubicBezTo>
                      <a:pt x="57537" y="100769"/>
                      <a:pt x="71023" y="81920"/>
                      <a:pt x="85199" y="71269"/>
                    </a:cubicBezTo>
                    <a:close/>
                  </a:path>
                </a:pathLst>
              </a:custGeom>
              <a:solidFill>
                <a:srgbClr val="7A032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8" name="자유형: 도형 254">
                <a:extLst>
                  <a:ext uri="{FF2B5EF4-FFF2-40B4-BE49-F238E27FC236}">
                    <a16:creationId xmlns:a16="http://schemas.microsoft.com/office/drawing/2014/main" id="{FF1CD3EA-8F65-D150-5F4D-A05411E8553D}"/>
                  </a:ext>
                </a:extLst>
              </p:cNvPr>
              <p:cNvSpPr/>
              <p:nvPr/>
            </p:nvSpPr>
            <p:spPr>
              <a:xfrm>
                <a:off x="5402638" y="313399"/>
                <a:ext cx="836115" cy="1235172"/>
              </a:xfrm>
              <a:custGeom>
                <a:avLst/>
                <a:gdLst>
                  <a:gd name="connsiteX0" fmla="*/ 533214 w 836115"/>
                  <a:gd name="connsiteY0" fmla="*/ 606492 h 1235172"/>
                  <a:gd name="connsiteX1" fmla="*/ 409387 w 836115"/>
                  <a:gd name="connsiteY1" fmla="*/ 357612 h 1235172"/>
                  <a:gd name="connsiteX2" fmla="*/ 392299 w 836115"/>
                  <a:gd name="connsiteY2" fmla="*/ 157313 h 1235172"/>
                  <a:gd name="connsiteX3" fmla="*/ 391686 w 836115"/>
                  <a:gd name="connsiteY3" fmla="*/ 152715 h 1235172"/>
                  <a:gd name="connsiteX4" fmla="*/ 468312 w 836115"/>
                  <a:gd name="connsiteY4" fmla="*/ 0 h 1235172"/>
                  <a:gd name="connsiteX5" fmla="*/ 414674 w 836115"/>
                  <a:gd name="connsiteY5" fmla="*/ 22988 h 1235172"/>
                  <a:gd name="connsiteX6" fmla="*/ 340806 w 836115"/>
                  <a:gd name="connsiteY6" fmla="*/ 43523 h 1235172"/>
                  <a:gd name="connsiteX7" fmla="*/ 82731 w 836115"/>
                  <a:gd name="connsiteY7" fmla="*/ 133559 h 1235172"/>
                  <a:gd name="connsiteX8" fmla="*/ 895 w 836115"/>
                  <a:gd name="connsiteY8" fmla="*/ 505730 h 1235172"/>
                  <a:gd name="connsiteX9" fmla="*/ 58517 w 836115"/>
                  <a:gd name="connsiteY9" fmla="*/ 1077894 h 1235172"/>
                  <a:gd name="connsiteX10" fmla="*/ 90011 w 836115"/>
                  <a:gd name="connsiteY10" fmla="*/ 1232601 h 1235172"/>
                  <a:gd name="connsiteX11" fmla="*/ 121044 w 836115"/>
                  <a:gd name="connsiteY11" fmla="*/ 1218272 h 1235172"/>
                  <a:gd name="connsiteX12" fmla="*/ 139817 w 836115"/>
                  <a:gd name="connsiteY12" fmla="*/ 1124252 h 1235172"/>
                  <a:gd name="connsiteX13" fmla="*/ 126714 w 836115"/>
                  <a:gd name="connsiteY13" fmla="*/ 849472 h 1235172"/>
                  <a:gd name="connsiteX14" fmla="*/ 158667 w 836115"/>
                  <a:gd name="connsiteY14" fmla="*/ 798670 h 1235172"/>
                  <a:gd name="connsiteX15" fmla="*/ 315980 w 836115"/>
                  <a:gd name="connsiteY15" fmla="*/ 592776 h 1235172"/>
                  <a:gd name="connsiteX16" fmla="*/ 384023 w 836115"/>
                  <a:gd name="connsiteY16" fmla="*/ 651472 h 1235172"/>
                  <a:gd name="connsiteX17" fmla="*/ 707614 w 836115"/>
                  <a:gd name="connsiteY17" fmla="*/ 752005 h 1235172"/>
                  <a:gd name="connsiteX18" fmla="*/ 836115 w 836115"/>
                  <a:gd name="connsiteY18" fmla="*/ 758518 h 1235172"/>
                  <a:gd name="connsiteX19" fmla="*/ 533214 w 836115"/>
                  <a:gd name="connsiteY19" fmla="*/ 606492 h 1235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36115" h="1235172">
                    <a:moveTo>
                      <a:pt x="533214" y="606492"/>
                    </a:moveTo>
                    <a:cubicBezTo>
                      <a:pt x="519344" y="588255"/>
                      <a:pt x="424635" y="425886"/>
                      <a:pt x="409387" y="357612"/>
                    </a:cubicBezTo>
                    <a:cubicBezTo>
                      <a:pt x="394904" y="292787"/>
                      <a:pt x="396284" y="224283"/>
                      <a:pt x="392299" y="157313"/>
                    </a:cubicBezTo>
                    <a:cubicBezTo>
                      <a:pt x="392222" y="155933"/>
                      <a:pt x="391993" y="154401"/>
                      <a:pt x="391686" y="152715"/>
                    </a:cubicBezTo>
                    <a:cubicBezTo>
                      <a:pt x="391916" y="91644"/>
                      <a:pt x="430076" y="45822"/>
                      <a:pt x="468312" y="0"/>
                    </a:cubicBezTo>
                    <a:cubicBezTo>
                      <a:pt x="437661" y="15325"/>
                      <a:pt x="429999" y="15325"/>
                      <a:pt x="414674" y="22988"/>
                    </a:cubicBezTo>
                    <a:cubicBezTo>
                      <a:pt x="380958" y="36474"/>
                      <a:pt x="353373" y="45975"/>
                      <a:pt x="340806" y="43523"/>
                    </a:cubicBezTo>
                    <a:cubicBezTo>
                      <a:pt x="237132" y="6590"/>
                      <a:pt x="142346" y="27662"/>
                      <a:pt x="82731" y="133559"/>
                    </a:cubicBezTo>
                    <a:cubicBezTo>
                      <a:pt x="895" y="268190"/>
                      <a:pt x="1355" y="492857"/>
                      <a:pt x="895" y="505730"/>
                    </a:cubicBezTo>
                    <a:cubicBezTo>
                      <a:pt x="-5925" y="701585"/>
                      <a:pt x="27484" y="884950"/>
                      <a:pt x="58517" y="1077894"/>
                    </a:cubicBezTo>
                    <a:cubicBezTo>
                      <a:pt x="66870" y="1129923"/>
                      <a:pt x="67559" y="1183484"/>
                      <a:pt x="90011" y="1232601"/>
                    </a:cubicBezTo>
                    <a:cubicBezTo>
                      <a:pt x="106255" y="1240570"/>
                      <a:pt x="114301" y="1228387"/>
                      <a:pt x="121044" y="1218272"/>
                    </a:cubicBezTo>
                    <a:cubicBezTo>
                      <a:pt x="146484" y="1180036"/>
                      <a:pt x="142193" y="1157661"/>
                      <a:pt x="139817" y="1124252"/>
                    </a:cubicBezTo>
                    <a:cubicBezTo>
                      <a:pt x="133227" y="1032761"/>
                      <a:pt x="125258" y="941423"/>
                      <a:pt x="126714" y="849472"/>
                    </a:cubicBezTo>
                    <a:cubicBezTo>
                      <a:pt x="127098" y="824876"/>
                      <a:pt x="135833" y="809321"/>
                      <a:pt x="158667" y="798670"/>
                    </a:cubicBezTo>
                    <a:cubicBezTo>
                      <a:pt x="246174" y="757981"/>
                      <a:pt x="305789" y="694842"/>
                      <a:pt x="315980" y="592776"/>
                    </a:cubicBezTo>
                    <a:cubicBezTo>
                      <a:pt x="338048" y="620668"/>
                      <a:pt x="358201" y="637296"/>
                      <a:pt x="384023" y="651472"/>
                    </a:cubicBezTo>
                    <a:cubicBezTo>
                      <a:pt x="485016" y="706872"/>
                      <a:pt x="595510" y="730779"/>
                      <a:pt x="707614" y="752005"/>
                    </a:cubicBezTo>
                    <a:cubicBezTo>
                      <a:pt x="782477" y="766180"/>
                      <a:pt x="815886" y="758518"/>
                      <a:pt x="836115" y="758518"/>
                    </a:cubicBezTo>
                    <a:cubicBezTo>
                      <a:pt x="732441" y="731622"/>
                      <a:pt x="603633" y="699286"/>
                      <a:pt x="533214" y="606492"/>
                    </a:cubicBezTo>
                    <a:close/>
                  </a:path>
                </a:pathLst>
              </a:custGeom>
              <a:solidFill>
                <a:srgbClr val="52022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" name="자유형: 도형 255">
                <a:extLst>
                  <a:ext uri="{FF2B5EF4-FFF2-40B4-BE49-F238E27FC236}">
                    <a16:creationId xmlns:a16="http://schemas.microsoft.com/office/drawing/2014/main" id="{0CA673D2-1488-AF59-F00D-E0FF643F9F71}"/>
                  </a:ext>
                </a:extLst>
              </p:cNvPr>
              <p:cNvSpPr/>
              <p:nvPr/>
            </p:nvSpPr>
            <p:spPr>
              <a:xfrm>
                <a:off x="5832637" y="2389036"/>
                <a:ext cx="505729" cy="287316"/>
              </a:xfrm>
              <a:custGeom>
                <a:avLst/>
                <a:gdLst>
                  <a:gd name="connsiteX0" fmla="*/ 38619 w 505729"/>
                  <a:gd name="connsiteY0" fmla="*/ 0 h 287316"/>
                  <a:gd name="connsiteX1" fmla="*/ 252482 w 505729"/>
                  <a:gd name="connsiteY1" fmla="*/ 44903 h 287316"/>
                  <a:gd name="connsiteX2" fmla="*/ 424353 w 505729"/>
                  <a:gd name="connsiteY2" fmla="*/ 22298 h 287316"/>
                  <a:gd name="connsiteX3" fmla="*/ 475233 w 505729"/>
                  <a:gd name="connsiteY3" fmla="*/ 8122 h 287316"/>
                  <a:gd name="connsiteX4" fmla="*/ 505730 w 505729"/>
                  <a:gd name="connsiteY4" fmla="*/ 123444 h 287316"/>
                  <a:gd name="connsiteX5" fmla="*/ 238306 w 505729"/>
                  <a:gd name="connsiteY5" fmla="*/ 280833 h 287316"/>
                  <a:gd name="connsiteX6" fmla="*/ 186354 w 505729"/>
                  <a:gd name="connsiteY6" fmla="*/ 275623 h 287316"/>
                  <a:gd name="connsiteX7" fmla="*/ 0 w 505729"/>
                  <a:gd name="connsiteY7" fmla="*/ 123367 h 287316"/>
                  <a:gd name="connsiteX8" fmla="*/ 28045 w 505729"/>
                  <a:gd name="connsiteY8" fmla="*/ 53025 h 287316"/>
                  <a:gd name="connsiteX9" fmla="*/ 38619 w 505729"/>
                  <a:gd name="connsiteY9" fmla="*/ 0 h 287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05729" h="287316">
                    <a:moveTo>
                      <a:pt x="38619" y="0"/>
                    </a:moveTo>
                    <a:cubicBezTo>
                      <a:pt x="107506" y="26589"/>
                      <a:pt x="179304" y="43753"/>
                      <a:pt x="252482" y="44903"/>
                    </a:cubicBezTo>
                    <a:cubicBezTo>
                      <a:pt x="309874" y="45822"/>
                      <a:pt x="368416" y="40458"/>
                      <a:pt x="424353" y="22298"/>
                    </a:cubicBezTo>
                    <a:cubicBezTo>
                      <a:pt x="441134" y="16858"/>
                      <a:pt x="458375" y="12797"/>
                      <a:pt x="475233" y="8122"/>
                    </a:cubicBezTo>
                    <a:cubicBezTo>
                      <a:pt x="468949" y="33792"/>
                      <a:pt x="493853" y="76319"/>
                      <a:pt x="505730" y="123444"/>
                    </a:cubicBezTo>
                    <a:cubicBezTo>
                      <a:pt x="469026" y="155244"/>
                      <a:pt x="283438" y="257616"/>
                      <a:pt x="238306" y="280833"/>
                    </a:cubicBezTo>
                    <a:cubicBezTo>
                      <a:pt x="218307" y="291101"/>
                      <a:pt x="203824" y="289032"/>
                      <a:pt x="186354" y="275623"/>
                    </a:cubicBezTo>
                    <a:cubicBezTo>
                      <a:pt x="139076" y="239302"/>
                      <a:pt x="7509" y="142294"/>
                      <a:pt x="0" y="123367"/>
                    </a:cubicBezTo>
                    <a:cubicBezTo>
                      <a:pt x="7739" y="94326"/>
                      <a:pt x="21302" y="75630"/>
                      <a:pt x="28045" y="53025"/>
                    </a:cubicBezTo>
                    <a:cubicBezTo>
                      <a:pt x="33409" y="35248"/>
                      <a:pt x="36167" y="17930"/>
                      <a:pt x="38619" y="0"/>
                    </a:cubicBezTo>
                    <a:close/>
                  </a:path>
                </a:pathLst>
              </a:custGeom>
              <a:solidFill>
                <a:srgbClr val="DC7C5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0" name="자유형: 도형 256">
                <a:extLst>
                  <a:ext uri="{FF2B5EF4-FFF2-40B4-BE49-F238E27FC236}">
                    <a16:creationId xmlns:a16="http://schemas.microsoft.com/office/drawing/2014/main" id="{93948E78-A860-676F-BDF2-7057A01178E1}"/>
                  </a:ext>
                </a:extLst>
              </p:cNvPr>
              <p:cNvSpPr/>
              <p:nvPr/>
            </p:nvSpPr>
            <p:spPr>
              <a:xfrm>
                <a:off x="5755474" y="1377038"/>
                <a:ext cx="84600" cy="153980"/>
              </a:xfrm>
              <a:custGeom>
                <a:avLst/>
                <a:gdLst>
                  <a:gd name="connsiteX0" fmla="*/ 84595 w 84600"/>
                  <a:gd name="connsiteY0" fmla="*/ 74712 h 153980"/>
                  <a:gd name="connsiteX1" fmla="*/ 40765 w 84600"/>
                  <a:gd name="connsiteY1" fmla="*/ 153943 h 153980"/>
                  <a:gd name="connsiteX2" fmla="*/ 0 w 84600"/>
                  <a:gd name="connsiteY2" fmla="*/ 76091 h 153980"/>
                  <a:gd name="connsiteX3" fmla="*/ 40918 w 84600"/>
                  <a:gd name="connsiteY3" fmla="*/ 2 h 153980"/>
                  <a:gd name="connsiteX4" fmla="*/ 84595 w 84600"/>
                  <a:gd name="connsiteY4" fmla="*/ 74712 h 15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600" h="153980">
                    <a:moveTo>
                      <a:pt x="84595" y="74712"/>
                    </a:moveTo>
                    <a:cubicBezTo>
                      <a:pt x="84978" y="118082"/>
                      <a:pt x="64366" y="155322"/>
                      <a:pt x="40765" y="153943"/>
                    </a:cubicBezTo>
                    <a:cubicBezTo>
                      <a:pt x="17777" y="152564"/>
                      <a:pt x="77" y="118695"/>
                      <a:pt x="0" y="76091"/>
                    </a:cubicBezTo>
                    <a:cubicBezTo>
                      <a:pt x="-76" y="31112"/>
                      <a:pt x="16551" y="309"/>
                      <a:pt x="40918" y="2"/>
                    </a:cubicBezTo>
                    <a:cubicBezTo>
                      <a:pt x="65515" y="-304"/>
                      <a:pt x="84212" y="31725"/>
                      <a:pt x="84595" y="74712"/>
                    </a:cubicBezTo>
                    <a:close/>
                  </a:path>
                </a:pathLst>
              </a:custGeom>
              <a:solidFill>
                <a:srgbClr val="852C0A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1" name="자유형: 도형 257">
                <a:extLst>
                  <a:ext uri="{FF2B5EF4-FFF2-40B4-BE49-F238E27FC236}">
                    <a16:creationId xmlns:a16="http://schemas.microsoft.com/office/drawing/2014/main" id="{43C7CE0C-6DD4-F32E-970F-D400D9F0AF34}"/>
                  </a:ext>
                </a:extLst>
              </p:cNvPr>
              <p:cNvSpPr/>
              <p:nvPr/>
            </p:nvSpPr>
            <p:spPr>
              <a:xfrm>
                <a:off x="6351238" y="1377188"/>
                <a:ext cx="84680" cy="153848"/>
              </a:xfrm>
              <a:custGeom>
                <a:avLst/>
                <a:gdLst>
                  <a:gd name="connsiteX0" fmla="*/ 1 w 84680"/>
                  <a:gd name="connsiteY0" fmla="*/ 75405 h 153848"/>
                  <a:gd name="connsiteX1" fmla="*/ 42068 w 84680"/>
                  <a:gd name="connsiteY1" fmla="*/ 5 h 153848"/>
                  <a:gd name="connsiteX2" fmla="*/ 84672 w 84680"/>
                  <a:gd name="connsiteY2" fmla="*/ 75941 h 153848"/>
                  <a:gd name="connsiteX3" fmla="*/ 43448 w 84680"/>
                  <a:gd name="connsiteY3" fmla="*/ 153793 h 153848"/>
                  <a:gd name="connsiteX4" fmla="*/ 1 w 84680"/>
                  <a:gd name="connsiteY4" fmla="*/ 75405 h 153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680" h="153848">
                    <a:moveTo>
                      <a:pt x="1" y="75405"/>
                    </a:moveTo>
                    <a:cubicBezTo>
                      <a:pt x="154" y="30885"/>
                      <a:pt x="17625" y="-455"/>
                      <a:pt x="42068" y="5"/>
                    </a:cubicBezTo>
                    <a:cubicBezTo>
                      <a:pt x="66129" y="465"/>
                      <a:pt x="84213" y="32724"/>
                      <a:pt x="84672" y="75941"/>
                    </a:cubicBezTo>
                    <a:cubicBezTo>
                      <a:pt x="85132" y="116553"/>
                      <a:pt x="66206" y="152337"/>
                      <a:pt x="43448" y="153793"/>
                    </a:cubicBezTo>
                    <a:cubicBezTo>
                      <a:pt x="18468" y="155402"/>
                      <a:pt x="-152" y="121840"/>
                      <a:pt x="1" y="75405"/>
                    </a:cubicBezTo>
                    <a:close/>
                  </a:path>
                </a:pathLst>
              </a:custGeom>
              <a:solidFill>
                <a:srgbClr val="842D0A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258">
                <a:extLst>
                  <a:ext uri="{FF2B5EF4-FFF2-40B4-BE49-F238E27FC236}">
                    <a16:creationId xmlns:a16="http://schemas.microsoft.com/office/drawing/2014/main" id="{37B40F7A-B002-A3C5-558D-D8A6C18D121A}"/>
                  </a:ext>
                </a:extLst>
              </p:cNvPr>
              <p:cNvSpPr/>
              <p:nvPr/>
            </p:nvSpPr>
            <p:spPr>
              <a:xfrm>
                <a:off x="6247258" y="1236070"/>
                <a:ext cx="282902" cy="52391"/>
              </a:xfrm>
              <a:custGeom>
                <a:avLst/>
                <a:gdLst>
                  <a:gd name="connsiteX0" fmla="*/ 282902 w 282902"/>
                  <a:gd name="connsiteY0" fmla="*/ 49632 h 52391"/>
                  <a:gd name="connsiteX1" fmla="*/ 0 w 282902"/>
                  <a:gd name="connsiteY1" fmla="*/ 52391 h 52391"/>
                  <a:gd name="connsiteX2" fmla="*/ 282902 w 282902"/>
                  <a:gd name="connsiteY2" fmla="*/ 49632 h 52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2902" h="52391">
                    <a:moveTo>
                      <a:pt x="282902" y="49632"/>
                    </a:moveTo>
                    <a:cubicBezTo>
                      <a:pt x="189572" y="35457"/>
                      <a:pt x="96242" y="29480"/>
                      <a:pt x="0" y="52391"/>
                    </a:cubicBezTo>
                    <a:cubicBezTo>
                      <a:pt x="52182" y="-13430"/>
                      <a:pt x="204361" y="-20403"/>
                      <a:pt x="282902" y="49632"/>
                    </a:cubicBezTo>
                    <a:close/>
                  </a:path>
                </a:pathLst>
              </a:custGeom>
              <a:solidFill>
                <a:srgbClr val="7B290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3" name="자유형: 도형 259">
                <a:extLst>
                  <a:ext uri="{FF2B5EF4-FFF2-40B4-BE49-F238E27FC236}">
                    <a16:creationId xmlns:a16="http://schemas.microsoft.com/office/drawing/2014/main" id="{25E82889-A861-446F-B875-9934EC2D34A1}"/>
                  </a:ext>
                </a:extLst>
              </p:cNvPr>
              <p:cNvSpPr/>
              <p:nvPr/>
            </p:nvSpPr>
            <p:spPr>
              <a:xfrm>
                <a:off x="5626820" y="1236192"/>
                <a:ext cx="286810" cy="53417"/>
              </a:xfrm>
              <a:custGeom>
                <a:avLst/>
                <a:gdLst>
                  <a:gd name="connsiteX0" fmla="*/ 286810 w 286810"/>
                  <a:gd name="connsiteY0" fmla="*/ 53418 h 53417"/>
                  <a:gd name="connsiteX1" fmla="*/ 0 w 286810"/>
                  <a:gd name="connsiteY1" fmla="*/ 51809 h 53417"/>
                  <a:gd name="connsiteX2" fmla="*/ 286810 w 286810"/>
                  <a:gd name="connsiteY2" fmla="*/ 53418 h 53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810" h="53417">
                    <a:moveTo>
                      <a:pt x="286810" y="53418"/>
                    </a:moveTo>
                    <a:cubicBezTo>
                      <a:pt x="186737" y="35181"/>
                      <a:pt x="94633" y="30200"/>
                      <a:pt x="0" y="51809"/>
                    </a:cubicBezTo>
                    <a:cubicBezTo>
                      <a:pt x="54864" y="-16465"/>
                      <a:pt x="211640" y="-18610"/>
                      <a:pt x="286810" y="53418"/>
                    </a:cubicBezTo>
                    <a:close/>
                  </a:path>
                </a:pathLst>
              </a:custGeom>
              <a:solidFill>
                <a:srgbClr val="7C2D0B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260">
                <a:extLst>
                  <a:ext uri="{FF2B5EF4-FFF2-40B4-BE49-F238E27FC236}">
                    <a16:creationId xmlns:a16="http://schemas.microsoft.com/office/drawing/2014/main" id="{32D31383-FE69-0281-F35E-D94E2561B0E7}"/>
                  </a:ext>
                </a:extLst>
              </p:cNvPr>
              <p:cNvSpPr/>
              <p:nvPr/>
            </p:nvSpPr>
            <p:spPr>
              <a:xfrm>
                <a:off x="6061573" y="1623851"/>
                <a:ext cx="77453" cy="237799"/>
              </a:xfrm>
              <a:custGeom>
                <a:avLst/>
                <a:gdLst>
                  <a:gd name="connsiteX0" fmla="*/ 54655 w 77453"/>
                  <a:gd name="connsiteY0" fmla="*/ 214322 h 237799"/>
                  <a:gd name="connsiteX1" fmla="*/ 1937 w 77453"/>
                  <a:gd name="connsiteY1" fmla="*/ 235164 h 237799"/>
                  <a:gd name="connsiteX2" fmla="*/ 24005 w 77453"/>
                  <a:gd name="connsiteY2" fmla="*/ 221985 h 237799"/>
                  <a:gd name="connsiteX3" fmla="*/ 54655 w 77453"/>
                  <a:gd name="connsiteY3" fmla="*/ 153022 h 237799"/>
                  <a:gd name="connsiteX4" fmla="*/ 51054 w 77453"/>
                  <a:gd name="connsiteY4" fmla="*/ 0 h 237799"/>
                  <a:gd name="connsiteX5" fmla="*/ 54655 w 77453"/>
                  <a:gd name="connsiteY5" fmla="*/ 214322 h 237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453" h="237799">
                    <a:moveTo>
                      <a:pt x="54655" y="214322"/>
                    </a:moveTo>
                    <a:cubicBezTo>
                      <a:pt x="39713" y="229647"/>
                      <a:pt x="21017" y="243823"/>
                      <a:pt x="1937" y="235164"/>
                    </a:cubicBezTo>
                    <a:cubicBezTo>
                      <a:pt x="-6645" y="221985"/>
                      <a:pt x="15576" y="226812"/>
                      <a:pt x="24005" y="221985"/>
                    </a:cubicBezTo>
                    <a:cubicBezTo>
                      <a:pt x="48219" y="201449"/>
                      <a:pt x="50134" y="182522"/>
                      <a:pt x="54655" y="153022"/>
                    </a:cubicBezTo>
                    <a:cubicBezTo>
                      <a:pt x="61935" y="105743"/>
                      <a:pt x="54655" y="45746"/>
                      <a:pt x="51054" y="0"/>
                    </a:cubicBezTo>
                    <a:cubicBezTo>
                      <a:pt x="72203" y="74327"/>
                      <a:pt x="96263" y="140915"/>
                      <a:pt x="54655" y="214322"/>
                    </a:cubicBezTo>
                    <a:close/>
                  </a:path>
                </a:pathLst>
              </a:custGeom>
              <a:solidFill>
                <a:srgbClr val="77300C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5" name="자유형: 도형 261">
                <a:extLst>
                  <a:ext uri="{FF2B5EF4-FFF2-40B4-BE49-F238E27FC236}">
                    <a16:creationId xmlns:a16="http://schemas.microsoft.com/office/drawing/2014/main" id="{7B8E8BC1-8F88-332C-A643-80C0A433E0E2}"/>
                  </a:ext>
                </a:extLst>
              </p:cNvPr>
              <p:cNvSpPr/>
              <p:nvPr/>
            </p:nvSpPr>
            <p:spPr>
              <a:xfrm>
                <a:off x="6711457" y="1462248"/>
                <a:ext cx="59287" cy="184974"/>
              </a:xfrm>
              <a:custGeom>
                <a:avLst/>
                <a:gdLst>
                  <a:gd name="connsiteX0" fmla="*/ 13026 w 59287"/>
                  <a:gd name="connsiteY0" fmla="*/ 0 h 184974"/>
                  <a:gd name="connsiteX1" fmla="*/ 0 w 59287"/>
                  <a:gd name="connsiteY1" fmla="*/ 184974 h 184974"/>
                  <a:gd name="connsiteX2" fmla="*/ 13026 w 59287"/>
                  <a:gd name="connsiteY2" fmla="*/ 0 h 18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287" h="184974">
                    <a:moveTo>
                      <a:pt x="13026" y="0"/>
                    </a:moveTo>
                    <a:cubicBezTo>
                      <a:pt x="78541" y="51109"/>
                      <a:pt x="74710" y="126586"/>
                      <a:pt x="0" y="184974"/>
                    </a:cubicBezTo>
                    <a:cubicBezTo>
                      <a:pt x="30497" y="120609"/>
                      <a:pt x="39079" y="61224"/>
                      <a:pt x="13026" y="0"/>
                    </a:cubicBezTo>
                    <a:close/>
                  </a:path>
                </a:pathLst>
              </a:custGeom>
              <a:solidFill>
                <a:srgbClr val="7C2C0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6" name="자유형: 도형 262">
                <a:extLst>
                  <a:ext uri="{FF2B5EF4-FFF2-40B4-BE49-F238E27FC236}">
                    <a16:creationId xmlns:a16="http://schemas.microsoft.com/office/drawing/2014/main" id="{0A3EAC70-1D56-7AC9-6C89-9FB77B0FCA05}"/>
                  </a:ext>
                </a:extLst>
              </p:cNvPr>
              <p:cNvSpPr/>
              <p:nvPr/>
            </p:nvSpPr>
            <p:spPr>
              <a:xfrm>
                <a:off x="5791937" y="1979678"/>
                <a:ext cx="588798" cy="157274"/>
              </a:xfrm>
              <a:custGeom>
                <a:avLst/>
                <a:gdLst>
                  <a:gd name="connsiteX0" fmla="*/ 23918 w 588798"/>
                  <a:gd name="connsiteY0" fmla="*/ 42704 h 157274"/>
                  <a:gd name="connsiteX1" fmla="*/ 6218 w 588798"/>
                  <a:gd name="connsiteY1" fmla="*/ 4468 h 157274"/>
                  <a:gd name="connsiteX2" fmla="*/ 152803 w 588798"/>
                  <a:gd name="connsiteY2" fmla="*/ 65538 h 157274"/>
                  <a:gd name="connsiteX3" fmla="*/ 459229 w 588798"/>
                  <a:gd name="connsiteY3" fmla="*/ 51899 h 157274"/>
                  <a:gd name="connsiteX4" fmla="*/ 569646 w 588798"/>
                  <a:gd name="connsiteY4" fmla="*/ 4391 h 157274"/>
                  <a:gd name="connsiteX5" fmla="*/ 571026 w 588798"/>
                  <a:gd name="connsiteY5" fmla="*/ 27455 h 157274"/>
                  <a:gd name="connsiteX6" fmla="*/ 538460 w 588798"/>
                  <a:gd name="connsiteY6" fmla="*/ 64083 h 157274"/>
                  <a:gd name="connsiteX7" fmla="*/ 323525 w 588798"/>
                  <a:gd name="connsiteY7" fmla="*/ 156800 h 157274"/>
                  <a:gd name="connsiteX8" fmla="*/ 23918 w 588798"/>
                  <a:gd name="connsiteY8" fmla="*/ 42704 h 157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8798" h="157274">
                    <a:moveTo>
                      <a:pt x="23918" y="42704"/>
                    </a:moveTo>
                    <a:cubicBezTo>
                      <a:pt x="17712" y="34735"/>
                      <a:pt x="-12939" y="-3578"/>
                      <a:pt x="6218" y="4468"/>
                    </a:cubicBezTo>
                    <a:cubicBezTo>
                      <a:pt x="55718" y="26842"/>
                      <a:pt x="102613" y="50213"/>
                      <a:pt x="152803" y="65538"/>
                    </a:cubicBezTo>
                    <a:cubicBezTo>
                      <a:pt x="257013" y="97415"/>
                      <a:pt x="358236" y="81247"/>
                      <a:pt x="459229" y="51899"/>
                    </a:cubicBezTo>
                    <a:cubicBezTo>
                      <a:pt x="463673" y="50596"/>
                      <a:pt x="536774" y="17264"/>
                      <a:pt x="569646" y="4391"/>
                    </a:cubicBezTo>
                    <a:cubicBezTo>
                      <a:pt x="607729" y="-11240"/>
                      <a:pt x="578535" y="19256"/>
                      <a:pt x="571026" y="27455"/>
                    </a:cubicBezTo>
                    <a:cubicBezTo>
                      <a:pt x="560145" y="39639"/>
                      <a:pt x="549264" y="51899"/>
                      <a:pt x="538460" y="64083"/>
                    </a:cubicBezTo>
                    <a:cubicBezTo>
                      <a:pt x="469803" y="119023"/>
                      <a:pt x="403982" y="146378"/>
                      <a:pt x="323525" y="156800"/>
                    </a:cubicBezTo>
                    <a:cubicBezTo>
                      <a:pt x="207283" y="161857"/>
                      <a:pt x="106291" y="126686"/>
                      <a:pt x="23918" y="42704"/>
                    </a:cubicBezTo>
                    <a:close/>
                  </a:path>
                </a:pathLst>
              </a:custGeom>
              <a:solidFill>
                <a:srgbClr val="FBFBF7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7" name="자유형: 도형 263">
                <a:extLst>
                  <a:ext uri="{FF2B5EF4-FFF2-40B4-BE49-F238E27FC236}">
                    <a16:creationId xmlns:a16="http://schemas.microsoft.com/office/drawing/2014/main" id="{306F4B4F-B06A-8725-BC56-5EDBA3A90D89}"/>
                  </a:ext>
                </a:extLst>
              </p:cNvPr>
              <p:cNvSpPr/>
              <p:nvPr/>
            </p:nvSpPr>
            <p:spPr>
              <a:xfrm>
                <a:off x="5395083" y="1463780"/>
                <a:ext cx="52432" cy="172714"/>
              </a:xfrm>
              <a:custGeom>
                <a:avLst/>
                <a:gdLst>
                  <a:gd name="connsiteX0" fmla="*/ 43698 w 52432"/>
                  <a:gd name="connsiteY0" fmla="*/ 0 h 172714"/>
                  <a:gd name="connsiteX1" fmla="*/ 52433 w 52432"/>
                  <a:gd name="connsiteY1" fmla="*/ 172714 h 172714"/>
                  <a:gd name="connsiteX2" fmla="*/ 43698 w 52432"/>
                  <a:gd name="connsiteY2" fmla="*/ 0 h 172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432" h="172714">
                    <a:moveTo>
                      <a:pt x="43698" y="0"/>
                    </a:moveTo>
                    <a:cubicBezTo>
                      <a:pt x="28526" y="86280"/>
                      <a:pt x="28526" y="86280"/>
                      <a:pt x="52433" y="172714"/>
                    </a:cubicBezTo>
                    <a:cubicBezTo>
                      <a:pt x="-7795" y="154937"/>
                      <a:pt x="-23120" y="33485"/>
                      <a:pt x="43698" y="0"/>
                    </a:cubicBezTo>
                    <a:close/>
                  </a:path>
                </a:pathLst>
              </a:custGeom>
              <a:solidFill>
                <a:srgbClr val="802E0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5" name="그룹 231">
              <a:extLst>
                <a:ext uri="{FF2B5EF4-FFF2-40B4-BE49-F238E27FC236}">
                  <a16:creationId xmlns:a16="http://schemas.microsoft.com/office/drawing/2014/main" id="{E747BE4E-D1C6-D87D-8928-A6E0C6717590}"/>
                </a:ext>
              </a:extLst>
            </p:cNvPr>
            <p:cNvGrpSpPr/>
            <p:nvPr/>
          </p:nvGrpSpPr>
          <p:grpSpPr>
            <a:xfrm>
              <a:off x="3562734" y="5167848"/>
              <a:ext cx="1160119" cy="1673983"/>
              <a:chOff x="3562734" y="5167848"/>
              <a:chExt cx="1160119" cy="1673983"/>
            </a:xfrm>
          </p:grpSpPr>
          <p:sp>
            <p:nvSpPr>
              <p:cNvPr id="31" name="자유형: 도형 247">
                <a:extLst>
                  <a:ext uri="{FF2B5EF4-FFF2-40B4-BE49-F238E27FC236}">
                    <a16:creationId xmlns:a16="http://schemas.microsoft.com/office/drawing/2014/main" id="{BD56FAD4-3D3B-85CC-AEFA-AF49B6D292F6}"/>
                  </a:ext>
                </a:extLst>
              </p:cNvPr>
              <p:cNvSpPr/>
              <p:nvPr/>
            </p:nvSpPr>
            <p:spPr>
              <a:xfrm>
                <a:off x="3932395" y="6075498"/>
                <a:ext cx="790458" cy="145209"/>
              </a:xfrm>
              <a:custGeom>
                <a:avLst/>
                <a:gdLst>
                  <a:gd name="connsiteX0" fmla="*/ 789245 w 790457"/>
                  <a:gd name="connsiteY0" fmla="*/ 7739 h 145209"/>
                  <a:gd name="connsiteX1" fmla="*/ 787329 w 790457"/>
                  <a:gd name="connsiteY1" fmla="*/ 127965 h 145209"/>
                  <a:gd name="connsiteX2" fmla="*/ 769705 w 790457"/>
                  <a:gd name="connsiteY2" fmla="*/ 142677 h 145209"/>
                  <a:gd name="connsiteX3" fmla="*/ 187886 w 790457"/>
                  <a:gd name="connsiteY3" fmla="*/ 144439 h 145209"/>
                  <a:gd name="connsiteX4" fmla="*/ 95859 w 790457"/>
                  <a:gd name="connsiteY4" fmla="*/ 108578 h 145209"/>
                  <a:gd name="connsiteX5" fmla="*/ 133942 w 790457"/>
                  <a:gd name="connsiteY5" fmla="*/ 78235 h 145209"/>
                  <a:gd name="connsiteX6" fmla="*/ 63063 w 790457"/>
                  <a:gd name="connsiteY6" fmla="*/ 40152 h 145209"/>
                  <a:gd name="connsiteX7" fmla="*/ 89729 w 790457"/>
                  <a:gd name="connsiteY7" fmla="*/ 19999 h 145209"/>
                  <a:gd name="connsiteX8" fmla="*/ 0 w 790457"/>
                  <a:gd name="connsiteY8" fmla="*/ 0 h 145209"/>
                  <a:gd name="connsiteX9" fmla="*/ 758594 w 790457"/>
                  <a:gd name="connsiteY9" fmla="*/ 0 h 145209"/>
                  <a:gd name="connsiteX10" fmla="*/ 789245 w 790457"/>
                  <a:gd name="connsiteY10" fmla="*/ 7739 h 145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0457" h="145209">
                    <a:moveTo>
                      <a:pt x="789245" y="7739"/>
                    </a:moveTo>
                    <a:cubicBezTo>
                      <a:pt x="789245" y="69040"/>
                      <a:pt x="789245" y="84365"/>
                      <a:pt x="787329" y="127965"/>
                    </a:cubicBezTo>
                    <a:cubicBezTo>
                      <a:pt x="788019" y="139229"/>
                      <a:pt x="779820" y="142447"/>
                      <a:pt x="769705" y="142677"/>
                    </a:cubicBezTo>
                    <a:cubicBezTo>
                      <a:pt x="635993" y="145666"/>
                      <a:pt x="390791" y="145666"/>
                      <a:pt x="187886" y="144439"/>
                    </a:cubicBezTo>
                    <a:cubicBezTo>
                      <a:pt x="169726" y="145052"/>
                      <a:pt x="99230" y="125283"/>
                      <a:pt x="95859" y="108578"/>
                    </a:cubicBezTo>
                    <a:cubicBezTo>
                      <a:pt x="91721" y="88273"/>
                      <a:pt x="112257" y="84135"/>
                      <a:pt x="133942" y="78235"/>
                    </a:cubicBezTo>
                    <a:cubicBezTo>
                      <a:pt x="107429" y="60841"/>
                      <a:pt x="62603" y="91338"/>
                      <a:pt x="63063" y="40152"/>
                    </a:cubicBezTo>
                    <a:cubicBezTo>
                      <a:pt x="63216" y="23601"/>
                      <a:pt x="74250" y="23371"/>
                      <a:pt x="89729" y="19999"/>
                    </a:cubicBezTo>
                    <a:cubicBezTo>
                      <a:pt x="54021" y="7739"/>
                      <a:pt x="28428" y="18160"/>
                      <a:pt x="0" y="0"/>
                    </a:cubicBezTo>
                    <a:cubicBezTo>
                      <a:pt x="0" y="0"/>
                      <a:pt x="536380" y="0"/>
                      <a:pt x="758594" y="0"/>
                    </a:cubicBezTo>
                    <a:cubicBezTo>
                      <a:pt x="783038" y="689"/>
                      <a:pt x="794379" y="-1150"/>
                      <a:pt x="789245" y="773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" name="자유형: 도형 248">
                <a:extLst>
                  <a:ext uri="{FF2B5EF4-FFF2-40B4-BE49-F238E27FC236}">
                    <a16:creationId xmlns:a16="http://schemas.microsoft.com/office/drawing/2014/main" id="{C91A1B76-F433-40B2-1179-77CB7DBC07CC}"/>
                  </a:ext>
                </a:extLst>
              </p:cNvPr>
              <p:cNvSpPr/>
              <p:nvPr/>
            </p:nvSpPr>
            <p:spPr>
              <a:xfrm>
                <a:off x="3562734" y="5167848"/>
                <a:ext cx="1134702" cy="921459"/>
              </a:xfrm>
              <a:custGeom>
                <a:avLst/>
                <a:gdLst>
                  <a:gd name="connsiteX0" fmla="*/ 932937 w 1134702"/>
                  <a:gd name="connsiteY0" fmla="*/ 767195 h 921459"/>
                  <a:gd name="connsiteX1" fmla="*/ 939680 w 1134702"/>
                  <a:gd name="connsiteY1" fmla="*/ 670340 h 921459"/>
                  <a:gd name="connsiteX2" fmla="*/ 996919 w 1134702"/>
                  <a:gd name="connsiteY2" fmla="*/ 663367 h 921459"/>
                  <a:gd name="connsiteX3" fmla="*/ 1041669 w 1134702"/>
                  <a:gd name="connsiteY3" fmla="*/ 630418 h 921459"/>
                  <a:gd name="connsiteX4" fmla="*/ 1107337 w 1134702"/>
                  <a:gd name="connsiteY4" fmla="*/ 521916 h 921459"/>
                  <a:gd name="connsiteX5" fmla="*/ 1132164 w 1134702"/>
                  <a:gd name="connsiteY5" fmla="*/ 335562 h 921459"/>
                  <a:gd name="connsiteX6" fmla="*/ 1079752 w 1134702"/>
                  <a:gd name="connsiteY6" fmla="*/ 158404 h 921459"/>
                  <a:gd name="connsiteX7" fmla="*/ 1064733 w 1134702"/>
                  <a:gd name="connsiteY7" fmla="*/ 149209 h 921459"/>
                  <a:gd name="connsiteX8" fmla="*/ 950331 w 1134702"/>
                  <a:gd name="connsiteY8" fmla="*/ 361615 h 921459"/>
                  <a:gd name="connsiteX9" fmla="*/ 897306 w 1134702"/>
                  <a:gd name="connsiteY9" fmla="*/ 375561 h 921459"/>
                  <a:gd name="connsiteX10" fmla="*/ 880065 w 1134702"/>
                  <a:gd name="connsiteY10" fmla="*/ 365523 h 921459"/>
                  <a:gd name="connsiteX11" fmla="*/ 870104 w 1134702"/>
                  <a:gd name="connsiteY11" fmla="*/ 387132 h 921459"/>
                  <a:gd name="connsiteX12" fmla="*/ 808497 w 1134702"/>
                  <a:gd name="connsiteY12" fmla="*/ 522989 h 921459"/>
                  <a:gd name="connsiteX13" fmla="*/ 753403 w 1134702"/>
                  <a:gd name="connsiteY13" fmla="*/ 515556 h 921459"/>
                  <a:gd name="connsiteX14" fmla="*/ 752024 w 1134702"/>
                  <a:gd name="connsiteY14" fmla="*/ 516705 h 921459"/>
                  <a:gd name="connsiteX15" fmla="*/ 719534 w 1134702"/>
                  <a:gd name="connsiteY15" fmla="*/ 622449 h 921459"/>
                  <a:gd name="connsiteX16" fmla="*/ 660686 w 1134702"/>
                  <a:gd name="connsiteY16" fmla="*/ 635782 h 921459"/>
                  <a:gd name="connsiteX17" fmla="*/ 636625 w 1134702"/>
                  <a:gd name="connsiteY17" fmla="*/ 594481 h 921459"/>
                  <a:gd name="connsiteX18" fmla="*/ 682371 w 1134702"/>
                  <a:gd name="connsiteY18" fmla="*/ 477780 h 921459"/>
                  <a:gd name="connsiteX19" fmla="*/ 631185 w 1134702"/>
                  <a:gd name="connsiteY19" fmla="*/ 498545 h 921459"/>
                  <a:gd name="connsiteX20" fmla="*/ 684133 w 1134702"/>
                  <a:gd name="connsiteY20" fmla="*/ 280545 h 921459"/>
                  <a:gd name="connsiteX21" fmla="*/ 640227 w 1134702"/>
                  <a:gd name="connsiteY21" fmla="*/ 298629 h 921459"/>
                  <a:gd name="connsiteX22" fmla="*/ 620227 w 1134702"/>
                  <a:gd name="connsiteY22" fmla="*/ 266752 h 921459"/>
                  <a:gd name="connsiteX23" fmla="*/ 681451 w 1134702"/>
                  <a:gd name="connsiteY23" fmla="*/ 1474 h 921459"/>
                  <a:gd name="connsiteX24" fmla="*/ 652717 w 1134702"/>
                  <a:gd name="connsiteY24" fmla="*/ 3390 h 921459"/>
                  <a:gd name="connsiteX25" fmla="*/ 609193 w 1134702"/>
                  <a:gd name="connsiteY25" fmla="*/ 26454 h 921459"/>
                  <a:gd name="connsiteX26" fmla="*/ 410120 w 1134702"/>
                  <a:gd name="connsiteY26" fmla="*/ 232194 h 921459"/>
                  <a:gd name="connsiteX27" fmla="*/ 408741 w 1134702"/>
                  <a:gd name="connsiteY27" fmla="*/ 470653 h 921459"/>
                  <a:gd name="connsiteX28" fmla="*/ 423376 w 1134702"/>
                  <a:gd name="connsiteY28" fmla="*/ 484829 h 921459"/>
                  <a:gd name="connsiteX29" fmla="*/ 405062 w 1134702"/>
                  <a:gd name="connsiteY29" fmla="*/ 499771 h 921459"/>
                  <a:gd name="connsiteX30" fmla="*/ 368512 w 1134702"/>
                  <a:gd name="connsiteY30" fmla="*/ 529962 h 921459"/>
                  <a:gd name="connsiteX31" fmla="*/ 332728 w 1134702"/>
                  <a:gd name="connsiteY31" fmla="*/ 534866 h 921459"/>
                  <a:gd name="connsiteX32" fmla="*/ 252577 w 1134702"/>
                  <a:gd name="connsiteY32" fmla="*/ 352573 h 921459"/>
                  <a:gd name="connsiteX33" fmla="*/ 235720 w 1134702"/>
                  <a:gd name="connsiteY33" fmla="*/ 392112 h 921459"/>
                  <a:gd name="connsiteX34" fmla="*/ 78254 w 1134702"/>
                  <a:gd name="connsiteY34" fmla="*/ 124918 h 921459"/>
                  <a:gd name="connsiteX35" fmla="*/ 2011 w 1134702"/>
                  <a:gd name="connsiteY35" fmla="*/ 424448 h 921459"/>
                  <a:gd name="connsiteX36" fmla="*/ 56032 w 1134702"/>
                  <a:gd name="connsiteY36" fmla="*/ 585745 h 921459"/>
                  <a:gd name="connsiteX37" fmla="*/ 190511 w 1134702"/>
                  <a:gd name="connsiteY37" fmla="*/ 675397 h 921459"/>
                  <a:gd name="connsiteX38" fmla="*/ 166603 w 1134702"/>
                  <a:gd name="connsiteY38" fmla="*/ 720147 h 921459"/>
                  <a:gd name="connsiteX39" fmla="*/ 320314 w 1134702"/>
                  <a:gd name="connsiteY39" fmla="*/ 848571 h 921459"/>
                  <a:gd name="connsiteX40" fmla="*/ 347210 w 1134702"/>
                  <a:gd name="connsiteY40" fmla="*/ 853169 h 921459"/>
                  <a:gd name="connsiteX41" fmla="*/ 367363 w 1134702"/>
                  <a:gd name="connsiteY41" fmla="*/ 836848 h 921459"/>
                  <a:gd name="connsiteX42" fmla="*/ 535556 w 1134702"/>
                  <a:gd name="connsiteY42" fmla="*/ 919910 h 921459"/>
                  <a:gd name="connsiteX43" fmla="*/ 584903 w 1134702"/>
                  <a:gd name="connsiteY43" fmla="*/ 914470 h 921459"/>
                  <a:gd name="connsiteX44" fmla="*/ 756238 w 1134702"/>
                  <a:gd name="connsiteY44" fmla="*/ 852862 h 921459"/>
                  <a:gd name="connsiteX45" fmla="*/ 777080 w 1134702"/>
                  <a:gd name="connsiteY45" fmla="*/ 851943 h 921459"/>
                  <a:gd name="connsiteX46" fmla="*/ 932937 w 1134702"/>
                  <a:gd name="connsiteY46" fmla="*/ 767195 h 92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34702" h="921459">
                    <a:moveTo>
                      <a:pt x="932937" y="767195"/>
                    </a:moveTo>
                    <a:cubicBezTo>
                      <a:pt x="963587" y="738307"/>
                      <a:pt x="983816" y="713404"/>
                      <a:pt x="939680" y="670340"/>
                    </a:cubicBezTo>
                    <a:cubicBezTo>
                      <a:pt x="948875" y="679305"/>
                      <a:pt x="986881" y="667505"/>
                      <a:pt x="996919" y="663367"/>
                    </a:cubicBezTo>
                    <a:cubicBezTo>
                      <a:pt x="1014237" y="656241"/>
                      <a:pt x="1029179" y="644287"/>
                      <a:pt x="1041669" y="630418"/>
                    </a:cubicBezTo>
                    <a:cubicBezTo>
                      <a:pt x="1069484" y="599308"/>
                      <a:pt x="1091859" y="560536"/>
                      <a:pt x="1107337" y="521916"/>
                    </a:cubicBezTo>
                    <a:cubicBezTo>
                      <a:pt x="1130785" y="463144"/>
                      <a:pt x="1139520" y="398472"/>
                      <a:pt x="1132164" y="335562"/>
                    </a:cubicBezTo>
                    <a:cubicBezTo>
                      <a:pt x="1124808" y="272499"/>
                      <a:pt x="1090633" y="219628"/>
                      <a:pt x="1079752" y="158404"/>
                    </a:cubicBezTo>
                    <a:cubicBezTo>
                      <a:pt x="1078373" y="150741"/>
                      <a:pt x="1070863" y="149822"/>
                      <a:pt x="1064733" y="149209"/>
                    </a:cubicBezTo>
                    <a:cubicBezTo>
                      <a:pt x="1049331" y="147676"/>
                      <a:pt x="972016" y="332804"/>
                      <a:pt x="950331" y="361615"/>
                    </a:cubicBezTo>
                    <a:cubicBezTo>
                      <a:pt x="934623" y="382458"/>
                      <a:pt x="909796" y="419850"/>
                      <a:pt x="897306" y="375561"/>
                    </a:cubicBezTo>
                    <a:cubicBezTo>
                      <a:pt x="894547" y="365753"/>
                      <a:pt x="887958" y="363991"/>
                      <a:pt x="880065" y="365523"/>
                    </a:cubicBezTo>
                    <a:cubicBezTo>
                      <a:pt x="867499" y="367975"/>
                      <a:pt x="871100" y="378933"/>
                      <a:pt x="870104" y="387132"/>
                    </a:cubicBezTo>
                    <a:cubicBezTo>
                      <a:pt x="863821" y="438931"/>
                      <a:pt x="845584" y="484982"/>
                      <a:pt x="808497" y="522989"/>
                    </a:cubicBezTo>
                    <a:cubicBezTo>
                      <a:pt x="774475" y="557853"/>
                      <a:pt x="771716" y="558313"/>
                      <a:pt x="753403" y="515556"/>
                    </a:cubicBezTo>
                    <a:cubicBezTo>
                      <a:pt x="752943" y="515939"/>
                      <a:pt x="752483" y="516322"/>
                      <a:pt x="752024" y="516705"/>
                    </a:cubicBezTo>
                    <a:cubicBezTo>
                      <a:pt x="745970" y="553409"/>
                      <a:pt x="734476" y="588351"/>
                      <a:pt x="719534" y="622449"/>
                    </a:cubicBezTo>
                    <a:cubicBezTo>
                      <a:pt x="705742" y="654019"/>
                      <a:pt x="680225" y="638847"/>
                      <a:pt x="660686" y="635782"/>
                    </a:cubicBezTo>
                    <a:cubicBezTo>
                      <a:pt x="641376" y="632717"/>
                      <a:pt x="630189" y="620150"/>
                      <a:pt x="636625" y="594481"/>
                    </a:cubicBezTo>
                    <a:cubicBezTo>
                      <a:pt x="646817" y="553793"/>
                      <a:pt x="662831" y="516093"/>
                      <a:pt x="682371" y="477780"/>
                    </a:cubicBezTo>
                    <a:cubicBezTo>
                      <a:pt x="662448" y="478469"/>
                      <a:pt x="653790" y="500461"/>
                      <a:pt x="631185" y="498545"/>
                    </a:cubicBezTo>
                    <a:cubicBezTo>
                      <a:pt x="625055" y="419927"/>
                      <a:pt x="633560" y="345447"/>
                      <a:pt x="684133" y="280545"/>
                    </a:cubicBezTo>
                    <a:cubicBezTo>
                      <a:pt x="681298" y="278400"/>
                      <a:pt x="645974" y="297710"/>
                      <a:pt x="640227" y="298629"/>
                    </a:cubicBezTo>
                    <a:cubicBezTo>
                      <a:pt x="618005" y="302154"/>
                      <a:pt x="620304" y="283610"/>
                      <a:pt x="620227" y="266752"/>
                    </a:cubicBezTo>
                    <a:cubicBezTo>
                      <a:pt x="619614" y="176334"/>
                      <a:pt x="631491" y="78636"/>
                      <a:pt x="681451" y="1474"/>
                    </a:cubicBezTo>
                    <a:cubicBezTo>
                      <a:pt x="684057" y="-2510"/>
                      <a:pt x="654632" y="2777"/>
                      <a:pt x="652717" y="3390"/>
                    </a:cubicBezTo>
                    <a:cubicBezTo>
                      <a:pt x="637468" y="8371"/>
                      <a:pt x="622680" y="18102"/>
                      <a:pt x="609193" y="26454"/>
                    </a:cubicBezTo>
                    <a:cubicBezTo>
                      <a:pt x="527127" y="77257"/>
                      <a:pt x="448662" y="141316"/>
                      <a:pt x="410120" y="232194"/>
                    </a:cubicBezTo>
                    <a:cubicBezTo>
                      <a:pt x="383837" y="294261"/>
                      <a:pt x="351961" y="418012"/>
                      <a:pt x="408741" y="470653"/>
                    </a:cubicBezTo>
                    <a:cubicBezTo>
                      <a:pt x="417246" y="471650"/>
                      <a:pt x="423529" y="475634"/>
                      <a:pt x="423376" y="484829"/>
                    </a:cubicBezTo>
                    <a:cubicBezTo>
                      <a:pt x="423223" y="496400"/>
                      <a:pt x="413798" y="500538"/>
                      <a:pt x="405062" y="499771"/>
                    </a:cubicBezTo>
                    <a:cubicBezTo>
                      <a:pt x="382305" y="497932"/>
                      <a:pt x="372880" y="511878"/>
                      <a:pt x="368512" y="529962"/>
                    </a:cubicBezTo>
                    <a:cubicBezTo>
                      <a:pt x="360313" y="564137"/>
                      <a:pt x="346827" y="552566"/>
                      <a:pt x="332728" y="534866"/>
                    </a:cubicBezTo>
                    <a:cubicBezTo>
                      <a:pt x="290354" y="481994"/>
                      <a:pt x="262462" y="422456"/>
                      <a:pt x="252577" y="352573"/>
                    </a:cubicBezTo>
                    <a:cubicBezTo>
                      <a:pt x="239628" y="364680"/>
                      <a:pt x="243689" y="381768"/>
                      <a:pt x="235720" y="392112"/>
                    </a:cubicBezTo>
                    <a:cubicBezTo>
                      <a:pt x="208134" y="428049"/>
                      <a:pt x="88292" y="228286"/>
                      <a:pt x="78254" y="124918"/>
                    </a:cubicBezTo>
                    <a:cubicBezTo>
                      <a:pt x="29367" y="214187"/>
                      <a:pt x="-9406" y="321310"/>
                      <a:pt x="2011" y="424448"/>
                    </a:cubicBezTo>
                    <a:cubicBezTo>
                      <a:pt x="8218" y="480462"/>
                      <a:pt x="27145" y="537395"/>
                      <a:pt x="56032" y="585745"/>
                    </a:cubicBezTo>
                    <a:cubicBezTo>
                      <a:pt x="88598" y="640303"/>
                      <a:pt x="128290" y="668808"/>
                      <a:pt x="190511" y="675397"/>
                    </a:cubicBezTo>
                    <a:cubicBezTo>
                      <a:pt x="180089" y="688501"/>
                      <a:pt x="163845" y="700837"/>
                      <a:pt x="166603" y="720147"/>
                    </a:cubicBezTo>
                    <a:cubicBezTo>
                      <a:pt x="168366" y="732177"/>
                      <a:pt x="267902" y="829109"/>
                      <a:pt x="320314" y="848571"/>
                    </a:cubicBezTo>
                    <a:cubicBezTo>
                      <a:pt x="328897" y="851790"/>
                      <a:pt x="338092" y="854395"/>
                      <a:pt x="347210" y="853169"/>
                    </a:cubicBezTo>
                    <a:cubicBezTo>
                      <a:pt x="356328" y="851943"/>
                      <a:pt x="365294" y="845813"/>
                      <a:pt x="367363" y="836848"/>
                    </a:cubicBezTo>
                    <a:cubicBezTo>
                      <a:pt x="361846" y="861138"/>
                      <a:pt x="532338" y="918454"/>
                      <a:pt x="535556" y="919910"/>
                    </a:cubicBezTo>
                    <a:cubicBezTo>
                      <a:pt x="552720" y="924661"/>
                      <a:pt x="568582" y="917228"/>
                      <a:pt x="584903" y="914470"/>
                    </a:cubicBezTo>
                    <a:cubicBezTo>
                      <a:pt x="643215" y="897229"/>
                      <a:pt x="703826" y="886272"/>
                      <a:pt x="756238" y="852862"/>
                    </a:cubicBezTo>
                    <a:cubicBezTo>
                      <a:pt x="764054" y="847882"/>
                      <a:pt x="769954" y="847805"/>
                      <a:pt x="777080" y="851943"/>
                    </a:cubicBezTo>
                    <a:cubicBezTo>
                      <a:pt x="806734" y="869184"/>
                      <a:pt x="908417" y="790336"/>
                      <a:pt x="932937" y="767195"/>
                    </a:cubicBezTo>
                    <a:close/>
                  </a:path>
                </a:pathLst>
              </a:custGeom>
              <a:solidFill>
                <a:srgbClr val="07E27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" name="자유형: 도형 249">
                <a:extLst>
                  <a:ext uri="{FF2B5EF4-FFF2-40B4-BE49-F238E27FC236}">
                    <a16:creationId xmlns:a16="http://schemas.microsoft.com/office/drawing/2014/main" id="{36C6FFBF-AA97-9B14-A3FC-8273AF13A0F6}"/>
                  </a:ext>
                </a:extLst>
              </p:cNvPr>
              <p:cNvSpPr/>
              <p:nvPr/>
            </p:nvSpPr>
            <p:spPr>
              <a:xfrm>
                <a:off x="3587776" y="6075863"/>
                <a:ext cx="1059038" cy="765968"/>
              </a:xfrm>
              <a:custGeom>
                <a:avLst/>
                <a:gdLst>
                  <a:gd name="connsiteX0" fmla="*/ 1058695 w 1059038"/>
                  <a:gd name="connsiteY0" fmla="*/ 130664 h 765968"/>
                  <a:gd name="connsiteX1" fmla="*/ 1019769 w 1059038"/>
                  <a:gd name="connsiteY1" fmla="*/ 122082 h 765968"/>
                  <a:gd name="connsiteX2" fmla="*/ 917780 w 1059038"/>
                  <a:gd name="connsiteY2" fmla="*/ 130741 h 765968"/>
                  <a:gd name="connsiteX3" fmla="*/ 562007 w 1059038"/>
                  <a:gd name="connsiteY3" fmla="*/ 133730 h 765968"/>
                  <a:gd name="connsiteX4" fmla="*/ 476186 w 1059038"/>
                  <a:gd name="connsiteY4" fmla="*/ 117025 h 765968"/>
                  <a:gd name="connsiteX5" fmla="*/ 466378 w 1059038"/>
                  <a:gd name="connsiteY5" fmla="*/ 95110 h 765968"/>
                  <a:gd name="connsiteX6" fmla="*/ 446915 w 1059038"/>
                  <a:gd name="connsiteY6" fmla="*/ 58866 h 765968"/>
                  <a:gd name="connsiteX7" fmla="*/ 429214 w 1059038"/>
                  <a:gd name="connsiteY7" fmla="*/ 34806 h 765968"/>
                  <a:gd name="connsiteX8" fmla="*/ 409828 w 1059038"/>
                  <a:gd name="connsiteY8" fmla="*/ 5075 h 765968"/>
                  <a:gd name="connsiteX9" fmla="*/ 15589 w 1059038"/>
                  <a:gd name="connsiteY9" fmla="*/ 18 h 765968"/>
                  <a:gd name="connsiteX10" fmla="*/ 417 w 1059038"/>
                  <a:gd name="connsiteY10" fmla="*/ 25534 h 765968"/>
                  <a:gd name="connsiteX11" fmla="*/ 417 w 1059038"/>
                  <a:gd name="connsiteY11" fmla="*/ 98252 h 765968"/>
                  <a:gd name="connsiteX12" fmla="*/ 33749 w 1059038"/>
                  <a:gd name="connsiteY12" fmla="*/ 146296 h 765968"/>
                  <a:gd name="connsiteX13" fmla="*/ 51220 w 1059038"/>
                  <a:gd name="connsiteY13" fmla="*/ 172732 h 765968"/>
                  <a:gd name="connsiteX14" fmla="*/ 224854 w 1059038"/>
                  <a:gd name="connsiteY14" fmla="*/ 661911 h 765968"/>
                  <a:gd name="connsiteX15" fmla="*/ 359715 w 1059038"/>
                  <a:gd name="connsiteY15" fmla="*/ 758459 h 765968"/>
                  <a:gd name="connsiteX16" fmla="*/ 773724 w 1059038"/>
                  <a:gd name="connsiteY16" fmla="*/ 765968 h 765968"/>
                  <a:gd name="connsiteX17" fmla="*/ 842687 w 1059038"/>
                  <a:gd name="connsiteY17" fmla="*/ 712330 h 765968"/>
                  <a:gd name="connsiteX18" fmla="*/ 1058695 w 1059038"/>
                  <a:gd name="connsiteY18" fmla="*/ 130664 h 76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59038" h="765968">
                    <a:moveTo>
                      <a:pt x="1058695" y="130664"/>
                    </a:moveTo>
                    <a:cubicBezTo>
                      <a:pt x="1048657" y="118404"/>
                      <a:pt x="1033102" y="117638"/>
                      <a:pt x="1019769" y="122082"/>
                    </a:cubicBezTo>
                    <a:cubicBezTo>
                      <a:pt x="986207" y="133193"/>
                      <a:pt x="952032" y="129056"/>
                      <a:pt x="917780" y="130741"/>
                    </a:cubicBezTo>
                    <a:cubicBezTo>
                      <a:pt x="799163" y="136718"/>
                      <a:pt x="680623" y="131661"/>
                      <a:pt x="562007" y="133730"/>
                    </a:cubicBezTo>
                    <a:cubicBezTo>
                      <a:pt x="532123" y="134266"/>
                      <a:pt x="503771" y="127217"/>
                      <a:pt x="476186" y="117025"/>
                    </a:cubicBezTo>
                    <a:cubicBezTo>
                      <a:pt x="466531" y="113424"/>
                      <a:pt x="455420" y="107907"/>
                      <a:pt x="466378" y="95110"/>
                    </a:cubicBezTo>
                    <a:cubicBezTo>
                      <a:pt x="491511" y="65686"/>
                      <a:pt x="469673" y="62008"/>
                      <a:pt x="446915" y="58866"/>
                    </a:cubicBezTo>
                    <a:cubicBezTo>
                      <a:pt x="432203" y="56874"/>
                      <a:pt x="419406" y="51357"/>
                      <a:pt x="429214" y="34806"/>
                    </a:cubicBezTo>
                    <a:cubicBezTo>
                      <a:pt x="444616" y="8907"/>
                      <a:pt x="427375" y="6148"/>
                      <a:pt x="409828" y="5075"/>
                    </a:cubicBezTo>
                    <a:cubicBezTo>
                      <a:pt x="383162" y="3466"/>
                      <a:pt x="275580" y="-289"/>
                      <a:pt x="15589" y="18"/>
                    </a:cubicBezTo>
                    <a:cubicBezTo>
                      <a:pt x="-1345" y="1474"/>
                      <a:pt x="494" y="14194"/>
                      <a:pt x="417" y="25534"/>
                    </a:cubicBezTo>
                    <a:cubicBezTo>
                      <a:pt x="264" y="49748"/>
                      <a:pt x="264" y="74038"/>
                      <a:pt x="417" y="98252"/>
                    </a:cubicBezTo>
                    <a:cubicBezTo>
                      <a:pt x="494" y="121699"/>
                      <a:pt x="-6479" y="148978"/>
                      <a:pt x="33749" y="146296"/>
                    </a:cubicBezTo>
                    <a:cubicBezTo>
                      <a:pt x="48461" y="145300"/>
                      <a:pt x="47695" y="163001"/>
                      <a:pt x="51220" y="172732"/>
                    </a:cubicBezTo>
                    <a:cubicBezTo>
                      <a:pt x="109455" y="335715"/>
                      <a:pt x="166312" y="499081"/>
                      <a:pt x="224854" y="661911"/>
                    </a:cubicBezTo>
                    <a:cubicBezTo>
                      <a:pt x="267304" y="780067"/>
                      <a:pt x="233359" y="755394"/>
                      <a:pt x="359715" y="758459"/>
                    </a:cubicBezTo>
                    <a:cubicBezTo>
                      <a:pt x="474883" y="758306"/>
                      <a:pt x="635797" y="765968"/>
                      <a:pt x="773724" y="765968"/>
                    </a:cubicBezTo>
                    <a:cubicBezTo>
                      <a:pt x="812036" y="765968"/>
                      <a:pt x="827362" y="758306"/>
                      <a:pt x="842687" y="712330"/>
                    </a:cubicBezTo>
                    <a:cubicBezTo>
                      <a:pt x="842687" y="712330"/>
                      <a:pt x="1069039" y="143308"/>
                      <a:pt x="1058695" y="130664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" name="자유형: 도형 250">
                <a:extLst>
                  <a:ext uri="{FF2B5EF4-FFF2-40B4-BE49-F238E27FC236}">
                    <a16:creationId xmlns:a16="http://schemas.microsoft.com/office/drawing/2014/main" id="{F9B62934-BBE3-563E-D852-59C24BF0B510}"/>
                  </a:ext>
                </a:extLst>
              </p:cNvPr>
              <p:cNvSpPr/>
              <p:nvPr/>
            </p:nvSpPr>
            <p:spPr>
              <a:xfrm>
                <a:off x="3971705" y="6260291"/>
                <a:ext cx="642658" cy="487537"/>
              </a:xfrm>
              <a:custGeom>
                <a:avLst/>
                <a:gdLst>
                  <a:gd name="connsiteX0" fmla="*/ 642658 w 642658"/>
                  <a:gd name="connsiteY0" fmla="*/ 60485 h 487537"/>
                  <a:gd name="connsiteX1" fmla="*/ 489407 w 642658"/>
                  <a:gd name="connsiteY1" fmla="*/ 451276 h 487537"/>
                  <a:gd name="connsiteX2" fmla="*/ 436612 w 642658"/>
                  <a:gd name="connsiteY2" fmla="*/ 486754 h 487537"/>
                  <a:gd name="connsiteX3" fmla="*/ 132714 w 642658"/>
                  <a:gd name="connsiteY3" fmla="*/ 369210 h 487537"/>
                  <a:gd name="connsiteX4" fmla="*/ 12029 w 642658"/>
                  <a:gd name="connsiteY4" fmla="*/ 170289 h 487537"/>
                  <a:gd name="connsiteX5" fmla="*/ 48732 w 642658"/>
                  <a:gd name="connsiteY5" fmla="*/ 487 h 487537"/>
                  <a:gd name="connsiteX6" fmla="*/ 642658 w 642658"/>
                  <a:gd name="connsiteY6" fmla="*/ 60485 h 48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2658" h="487537">
                    <a:moveTo>
                      <a:pt x="642658" y="60485"/>
                    </a:moveTo>
                    <a:cubicBezTo>
                      <a:pt x="604345" y="144773"/>
                      <a:pt x="492778" y="440778"/>
                      <a:pt x="489407" y="451276"/>
                    </a:cubicBezTo>
                    <a:cubicBezTo>
                      <a:pt x="473469" y="480623"/>
                      <a:pt x="468028" y="490585"/>
                      <a:pt x="436612" y="486754"/>
                    </a:cubicBezTo>
                    <a:cubicBezTo>
                      <a:pt x="328340" y="473421"/>
                      <a:pt x="213094" y="448671"/>
                      <a:pt x="132714" y="369210"/>
                    </a:cubicBezTo>
                    <a:cubicBezTo>
                      <a:pt x="80992" y="318024"/>
                      <a:pt x="32411" y="240096"/>
                      <a:pt x="12029" y="170289"/>
                    </a:cubicBezTo>
                    <a:cubicBezTo>
                      <a:pt x="841" y="131824"/>
                      <a:pt x="-20307" y="-9321"/>
                      <a:pt x="48732" y="487"/>
                    </a:cubicBezTo>
                    <a:cubicBezTo>
                      <a:pt x="113864" y="9605"/>
                      <a:pt x="596146" y="57343"/>
                      <a:pt x="642658" y="60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16" name="그룹 232">
              <a:extLst>
                <a:ext uri="{FF2B5EF4-FFF2-40B4-BE49-F238E27FC236}">
                  <a16:creationId xmlns:a16="http://schemas.microsoft.com/office/drawing/2014/main" id="{B7158219-4BEE-632C-6704-D1AC04672D34}"/>
                </a:ext>
              </a:extLst>
            </p:cNvPr>
            <p:cNvGrpSpPr/>
            <p:nvPr/>
          </p:nvGrpSpPr>
          <p:grpSpPr>
            <a:xfrm>
              <a:off x="4817259" y="5685669"/>
              <a:ext cx="802345" cy="1156928"/>
              <a:chOff x="4817259" y="5685669"/>
              <a:chExt cx="802345" cy="1156928"/>
            </a:xfrm>
          </p:grpSpPr>
          <p:sp>
            <p:nvSpPr>
              <p:cNvPr id="27" name="자유형: 도형 243">
                <a:extLst>
                  <a:ext uri="{FF2B5EF4-FFF2-40B4-BE49-F238E27FC236}">
                    <a16:creationId xmlns:a16="http://schemas.microsoft.com/office/drawing/2014/main" id="{C37FDD0D-C38C-16E9-CFCB-4FE94A38DB96}"/>
                  </a:ext>
                </a:extLst>
              </p:cNvPr>
              <p:cNvSpPr/>
              <p:nvPr/>
            </p:nvSpPr>
            <p:spPr>
              <a:xfrm>
                <a:off x="5073276" y="6313191"/>
                <a:ext cx="546328" cy="100295"/>
              </a:xfrm>
              <a:custGeom>
                <a:avLst/>
                <a:gdLst>
                  <a:gd name="connsiteX0" fmla="*/ 545498 w 546328"/>
                  <a:gd name="connsiteY0" fmla="*/ 5210 h 100295"/>
                  <a:gd name="connsiteX1" fmla="*/ 544196 w 546328"/>
                  <a:gd name="connsiteY1" fmla="*/ 88349 h 100295"/>
                  <a:gd name="connsiteX2" fmla="*/ 532012 w 546328"/>
                  <a:gd name="connsiteY2" fmla="*/ 98541 h 100295"/>
                  <a:gd name="connsiteX3" fmla="*/ 129804 w 546328"/>
                  <a:gd name="connsiteY3" fmla="*/ 99766 h 100295"/>
                  <a:gd name="connsiteX4" fmla="*/ 66205 w 546328"/>
                  <a:gd name="connsiteY4" fmla="*/ 75016 h 100295"/>
                  <a:gd name="connsiteX5" fmla="*/ 92487 w 546328"/>
                  <a:gd name="connsiteY5" fmla="*/ 54021 h 100295"/>
                  <a:gd name="connsiteX6" fmla="*/ 43523 w 546328"/>
                  <a:gd name="connsiteY6" fmla="*/ 27738 h 100295"/>
                  <a:gd name="connsiteX7" fmla="*/ 61990 w 546328"/>
                  <a:gd name="connsiteY7" fmla="*/ 13793 h 100295"/>
                  <a:gd name="connsiteX8" fmla="*/ 0 w 546328"/>
                  <a:gd name="connsiteY8" fmla="*/ 0 h 100295"/>
                  <a:gd name="connsiteX9" fmla="*/ 524350 w 546328"/>
                  <a:gd name="connsiteY9" fmla="*/ 0 h 100295"/>
                  <a:gd name="connsiteX10" fmla="*/ 545498 w 546328"/>
                  <a:gd name="connsiteY10" fmla="*/ 5210 h 100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6328" h="100295">
                    <a:moveTo>
                      <a:pt x="545498" y="5210"/>
                    </a:moveTo>
                    <a:cubicBezTo>
                      <a:pt x="545498" y="47584"/>
                      <a:pt x="545498" y="58159"/>
                      <a:pt x="544196" y="88349"/>
                    </a:cubicBezTo>
                    <a:cubicBezTo>
                      <a:pt x="544655" y="96088"/>
                      <a:pt x="538985" y="98387"/>
                      <a:pt x="532012" y="98541"/>
                    </a:cubicBezTo>
                    <a:cubicBezTo>
                      <a:pt x="439602" y="100610"/>
                      <a:pt x="270106" y="100610"/>
                      <a:pt x="129804" y="99766"/>
                    </a:cubicBezTo>
                    <a:cubicBezTo>
                      <a:pt x="117237" y="100149"/>
                      <a:pt x="68503" y="86510"/>
                      <a:pt x="66205" y="75016"/>
                    </a:cubicBezTo>
                    <a:cubicBezTo>
                      <a:pt x="63369" y="60994"/>
                      <a:pt x="77545" y="58159"/>
                      <a:pt x="92487" y="54021"/>
                    </a:cubicBezTo>
                    <a:cubicBezTo>
                      <a:pt x="74174" y="41991"/>
                      <a:pt x="43217" y="63063"/>
                      <a:pt x="43523" y="27738"/>
                    </a:cubicBezTo>
                    <a:cubicBezTo>
                      <a:pt x="43600" y="16321"/>
                      <a:pt x="51263" y="16168"/>
                      <a:pt x="61990" y="13793"/>
                    </a:cubicBezTo>
                    <a:cubicBezTo>
                      <a:pt x="37317" y="5287"/>
                      <a:pt x="19616" y="12566"/>
                      <a:pt x="0" y="0"/>
                    </a:cubicBezTo>
                    <a:cubicBezTo>
                      <a:pt x="0" y="0"/>
                      <a:pt x="370715" y="0"/>
                      <a:pt x="524350" y="0"/>
                    </a:cubicBezTo>
                    <a:cubicBezTo>
                      <a:pt x="541207" y="383"/>
                      <a:pt x="549023" y="-919"/>
                      <a:pt x="545498" y="52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44">
                <a:extLst>
                  <a:ext uri="{FF2B5EF4-FFF2-40B4-BE49-F238E27FC236}">
                    <a16:creationId xmlns:a16="http://schemas.microsoft.com/office/drawing/2014/main" id="{D97774E4-B493-1403-C3D4-A3722336A3B9}"/>
                  </a:ext>
                </a:extLst>
              </p:cNvPr>
              <p:cNvSpPr/>
              <p:nvPr/>
            </p:nvSpPr>
            <p:spPr>
              <a:xfrm>
                <a:off x="4817259" y="5685669"/>
                <a:ext cx="784643" cy="636951"/>
              </a:xfrm>
              <a:custGeom>
                <a:avLst/>
                <a:gdLst>
                  <a:gd name="connsiteX0" fmla="*/ 645275 w 784643"/>
                  <a:gd name="connsiteY0" fmla="*/ 530284 h 636951"/>
                  <a:gd name="connsiteX1" fmla="*/ 649950 w 784643"/>
                  <a:gd name="connsiteY1" fmla="*/ 463313 h 636951"/>
                  <a:gd name="connsiteX2" fmla="*/ 689489 w 784643"/>
                  <a:gd name="connsiteY2" fmla="*/ 458486 h 636951"/>
                  <a:gd name="connsiteX3" fmla="*/ 720369 w 784643"/>
                  <a:gd name="connsiteY3" fmla="*/ 435728 h 636951"/>
                  <a:gd name="connsiteX4" fmla="*/ 765731 w 784643"/>
                  <a:gd name="connsiteY4" fmla="*/ 360712 h 636951"/>
                  <a:gd name="connsiteX5" fmla="*/ 782895 w 784643"/>
                  <a:gd name="connsiteY5" fmla="*/ 231904 h 636951"/>
                  <a:gd name="connsiteX6" fmla="*/ 746651 w 784643"/>
                  <a:gd name="connsiteY6" fmla="*/ 109456 h 636951"/>
                  <a:gd name="connsiteX7" fmla="*/ 736230 w 784643"/>
                  <a:gd name="connsiteY7" fmla="*/ 103096 h 636951"/>
                  <a:gd name="connsiteX8" fmla="*/ 657153 w 784643"/>
                  <a:gd name="connsiteY8" fmla="*/ 249911 h 636951"/>
                  <a:gd name="connsiteX9" fmla="*/ 620526 w 784643"/>
                  <a:gd name="connsiteY9" fmla="*/ 259566 h 636951"/>
                  <a:gd name="connsiteX10" fmla="*/ 608572 w 784643"/>
                  <a:gd name="connsiteY10" fmla="*/ 252669 h 636951"/>
                  <a:gd name="connsiteX11" fmla="*/ 601676 w 784643"/>
                  <a:gd name="connsiteY11" fmla="*/ 267611 h 636951"/>
                  <a:gd name="connsiteX12" fmla="*/ 559072 w 784643"/>
                  <a:gd name="connsiteY12" fmla="*/ 361554 h 636951"/>
                  <a:gd name="connsiteX13" fmla="*/ 520989 w 784643"/>
                  <a:gd name="connsiteY13" fmla="*/ 356421 h 636951"/>
                  <a:gd name="connsiteX14" fmla="*/ 520069 w 784643"/>
                  <a:gd name="connsiteY14" fmla="*/ 357263 h 636951"/>
                  <a:gd name="connsiteX15" fmla="*/ 497618 w 784643"/>
                  <a:gd name="connsiteY15" fmla="*/ 430364 h 636951"/>
                  <a:gd name="connsiteX16" fmla="*/ 456930 w 784643"/>
                  <a:gd name="connsiteY16" fmla="*/ 439559 h 636951"/>
                  <a:gd name="connsiteX17" fmla="*/ 440302 w 784643"/>
                  <a:gd name="connsiteY17" fmla="*/ 410978 h 636951"/>
                  <a:gd name="connsiteX18" fmla="*/ 471872 w 784643"/>
                  <a:gd name="connsiteY18" fmla="*/ 330291 h 636951"/>
                  <a:gd name="connsiteX19" fmla="*/ 436470 w 784643"/>
                  <a:gd name="connsiteY19" fmla="*/ 344620 h 636951"/>
                  <a:gd name="connsiteX20" fmla="*/ 473021 w 784643"/>
                  <a:gd name="connsiteY20" fmla="*/ 193897 h 636951"/>
                  <a:gd name="connsiteX21" fmla="*/ 442677 w 784643"/>
                  <a:gd name="connsiteY21" fmla="*/ 206387 h 636951"/>
                  <a:gd name="connsiteX22" fmla="*/ 428808 w 784643"/>
                  <a:gd name="connsiteY22" fmla="*/ 184396 h 636951"/>
                  <a:gd name="connsiteX23" fmla="*/ 471182 w 784643"/>
                  <a:gd name="connsiteY23" fmla="*/ 1031 h 636951"/>
                  <a:gd name="connsiteX24" fmla="*/ 451336 w 784643"/>
                  <a:gd name="connsiteY24" fmla="*/ 2333 h 636951"/>
                  <a:gd name="connsiteX25" fmla="*/ 421222 w 784643"/>
                  <a:gd name="connsiteY25" fmla="*/ 18271 h 636951"/>
                  <a:gd name="connsiteX26" fmla="*/ 283602 w 784643"/>
                  <a:gd name="connsiteY26" fmla="*/ 160489 h 636951"/>
                  <a:gd name="connsiteX27" fmla="*/ 282606 w 784643"/>
                  <a:gd name="connsiteY27" fmla="*/ 325311 h 636951"/>
                  <a:gd name="connsiteX28" fmla="*/ 292721 w 784643"/>
                  <a:gd name="connsiteY28" fmla="*/ 335118 h 636951"/>
                  <a:gd name="connsiteX29" fmla="*/ 280078 w 784643"/>
                  <a:gd name="connsiteY29" fmla="*/ 345463 h 636951"/>
                  <a:gd name="connsiteX30" fmla="*/ 254791 w 784643"/>
                  <a:gd name="connsiteY30" fmla="*/ 366305 h 636951"/>
                  <a:gd name="connsiteX31" fmla="*/ 230041 w 784643"/>
                  <a:gd name="connsiteY31" fmla="*/ 369677 h 636951"/>
                  <a:gd name="connsiteX32" fmla="*/ 174641 w 784643"/>
                  <a:gd name="connsiteY32" fmla="*/ 243704 h 636951"/>
                  <a:gd name="connsiteX33" fmla="*/ 162994 w 784643"/>
                  <a:gd name="connsiteY33" fmla="*/ 270983 h 636951"/>
                  <a:gd name="connsiteX34" fmla="*/ 54108 w 784643"/>
                  <a:gd name="connsiteY34" fmla="*/ 86315 h 636951"/>
                  <a:gd name="connsiteX35" fmla="*/ 1390 w 784643"/>
                  <a:gd name="connsiteY35" fmla="*/ 293357 h 636951"/>
                  <a:gd name="connsiteX36" fmla="*/ 38707 w 784643"/>
                  <a:gd name="connsiteY36" fmla="*/ 404848 h 636951"/>
                  <a:gd name="connsiteX37" fmla="*/ 131653 w 784643"/>
                  <a:gd name="connsiteY37" fmla="*/ 466838 h 636951"/>
                  <a:gd name="connsiteX38" fmla="*/ 115102 w 784643"/>
                  <a:gd name="connsiteY38" fmla="*/ 497795 h 636951"/>
                  <a:gd name="connsiteX39" fmla="*/ 221306 w 784643"/>
                  <a:gd name="connsiteY39" fmla="*/ 586604 h 636951"/>
                  <a:gd name="connsiteX40" fmla="*/ 239926 w 784643"/>
                  <a:gd name="connsiteY40" fmla="*/ 589745 h 636951"/>
                  <a:gd name="connsiteX41" fmla="*/ 253871 w 784643"/>
                  <a:gd name="connsiteY41" fmla="*/ 578482 h 636951"/>
                  <a:gd name="connsiteX42" fmla="*/ 370113 w 784643"/>
                  <a:gd name="connsiteY42" fmla="*/ 635874 h 636951"/>
                  <a:gd name="connsiteX43" fmla="*/ 404211 w 784643"/>
                  <a:gd name="connsiteY43" fmla="*/ 632120 h 636951"/>
                  <a:gd name="connsiteX44" fmla="*/ 522598 w 784643"/>
                  <a:gd name="connsiteY44" fmla="*/ 589516 h 636951"/>
                  <a:gd name="connsiteX45" fmla="*/ 537004 w 784643"/>
                  <a:gd name="connsiteY45" fmla="*/ 588903 h 636951"/>
                  <a:gd name="connsiteX46" fmla="*/ 645275 w 784643"/>
                  <a:gd name="connsiteY46" fmla="*/ 530284 h 636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84643" h="636951">
                    <a:moveTo>
                      <a:pt x="645275" y="530284"/>
                    </a:moveTo>
                    <a:cubicBezTo>
                      <a:pt x="666501" y="510285"/>
                      <a:pt x="680447" y="493121"/>
                      <a:pt x="649950" y="463313"/>
                    </a:cubicBezTo>
                    <a:cubicBezTo>
                      <a:pt x="656310" y="469520"/>
                      <a:pt x="682592" y="461397"/>
                      <a:pt x="689489" y="458486"/>
                    </a:cubicBezTo>
                    <a:cubicBezTo>
                      <a:pt x="701442" y="453582"/>
                      <a:pt x="711787" y="445306"/>
                      <a:pt x="720369" y="435728"/>
                    </a:cubicBezTo>
                    <a:cubicBezTo>
                      <a:pt x="739602" y="414273"/>
                      <a:pt x="755080" y="387454"/>
                      <a:pt x="765731" y="360712"/>
                    </a:cubicBezTo>
                    <a:cubicBezTo>
                      <a:pt x="781976" y="320100"/>
                      <a:pt x="787953" y="275350"/>
                      <a:pt x="782895" y="231904"/>
                    </a:cubicBezTo>
                    <a:cubicBezTo>
                      <a:pt x="777838" y="188304"/>
                      <a:pt x="754161" y="151753"/>
                      <a:pt x="746651" y="109456"/>
                    </a:cubicBezTo>
                    <a:cubicBezTo>
                      <a:pt x="745732" y="104168"/>
                      <a:pt x="740521" y="103479"/>
                      <a:pt x="736230" y="103096"/>
                    </a:cubicBezTo>
                    <a:cubicBezTo>
                      <a:pt x="725579" y="102023"/>
                      <a:pt x="672171" y="229988"/>
                      <a:pt x="657153" y="249911"/>
                    </a:cubicBezTo>
                    <a:cubicBezTo>
                      <a:pt x="646348" y="264316"/>
                      <a:pt x="629108" y="290216"/>
                      <a:pt x="620526" y="259566"/>
                    </a:cubicBezTo>
                    <a:cubicBezTo>
                      <a:pt x="618610" y="252822"/>
                      <a:pt x="614089" y="251597"/>
                      <a:pt x="608572" y="252669"/>
                    </a:cubicBezTo>
                    <a:cubicBezTo>
                      <a:pt x="599913" y="254355"/>
                      <a:pt x="602365" y="261941"/>
                      <a:pt x="601676" y="267611"/>
                    </a:cubicBezTo>
                    <a:cubicBezTo>
                      <a:pt x="597308" y="303395"/>
                      <a:pt x="584741" y="335272"/>
                      <a:pt x="559072" y="361554"/>
                    </a:cubicBezTo>
                    <a:cubicBezTo>
                      <a:pt x="535548" y="385615"/>
                      <a:pt x="533632" y="385921"/>
                      <a:pt x="520989" y="356421"/>
                    </a:cubicBezTo>
                    <a:cubicBezTo>
                      <a:pt x="520682" y="356650"/>
                      <a:pt x="520376" y="356957"/>
                      <a:pt x="520069" y="357263"/>
                    </a:cubicBezTo>
                    <a:cubicBezTo>
                      <a:pt x="515855" y="382626"/>
                      <a:pt x="507962" y="406764"/>
                      <a:pt x="497618" y="430364"/>
                    </a:cubicBezTo>
                    <a:cubicBezTo>
                      <a:pt x="488040" y="452203"/>
                      <a:pt x="470416" y="441705"/>
                      <a:pt x="456930" y="439559"/>
                    </a:cubicBezTo>
                    <a:cubicBezTo>
                      <a:pt x="443597" y="437490"/>
                      <a:pt x="435858" y="428755"/>
                      <a:pt x="440302" y="410978"/>
                    </a:cubicBezTo>
                    <a:cubicBezTo>
                      <a:pt x="447351" y="382856"/>
                      <a:pt x="458386" y="356804"/>
                      <a:pt x="471872" y="330291"/>
                    </a:cubicBezTo>
                    <a:cubicBezTo>
                      <a:pt x="458156" y="330751"/>
                      <a:pt x="452102" y="345999"/>
                      <a:pt x="436470" y="344620"/>
                    </a:cubicBezTo>
                    <a:cubicBezTo>
                      <a:pt x="432256" y="290293"/>
                      <a:pt x="438080" y="238800"/>
                      <a:pt x="473021" y="193897"/>
                    </a:cubicBezTo>
                    <a:cubicBezTo>
                      <a:pt x="471105" y="192441"/>
                      <a:pt x="446662" y="205774"/>
                      <a:pt x="442677" y="206387"/>
                    </a:cubicBezTo>
                    <a:cubicBezTo>
                      <a:pt x="427352" y="208763"/>
                      <a:pt x="428885" y="195966"/>
                      <a:pt x="428808" y="184396"/>
                    </a:cubicBezTo>
                    <a:cubicBezTo>
                      <a:pt x="428425" y="121946"/>
                      <a:pt x="436624" y="54362"/>
                      <a:pt x="471182" y="1031"/>
                    </a:cubicBezTo>
                    <a:cubicBezTo>
                      <a:pt x="472944" y="-1728"/>
                      <a:pt x="452639" y="1873"/>
                      <a:pt x="451336" y="2333"/>
                    </a:cubicBezTo>
                    <a:cubicBezTo>
                      <a:pt x="440838" y="5781"/>
                      <a:pt x="430570" y="12524"/>
                      <a:pt x="421222" y="18271"/>
                    </a:cubicBezTo>
                    <a:cubicBezTo>
                      <a:pt x="364519" y="53366"/>
                      <a:pt x="310268" y="97655"/>
                      <a:pt x="283602" y="160489"/>
                    </a:cubicBezTo>
                    <a:cubicBezTo>
                      <a:pt x="265442" y="203399"/>
                      <a:pt x="243374" y="288913"/>
                      <a:pt x="282606" y="325311"/>
                    </a:cubicBezTo>
                    <a:cubicBezTo>
                      <a:pt x="288506" y="326000"/>
                      <a:pt x="292797" y="328758"/>
                      <a:pt x="292721" y="335118"/>
                    </a:cubicBezTo>
                    <a:cubicBezTo>
                      <a:pt x="292644" y="343164"/>
                      <a:pt x="286131" y="345923"/>
                      <a:pt x="280078" y="345463"/>
                    </a:cubicBezTo>
                    <a:cubicBezTo>
                      <a:pt x="264292" y="344237"/>
                      <a:pt x="257856" y="353815"/>
                      <a:pt x="254791" y="366305"/>
                    </a:cubicBezTo>
                    <a:cubicBezTo>
                      <a:pt x="249121" y="389983"/>
                      <a:pt x="239849" y="381937"/>
                      <a:pt x="230041" y="369677"/>
                    </a:cubicBezTo>
                    <a:cubicBezTo>
                      <a:pt x="200770" y="333126"/>
                      <a:pt x="181460" y="291978"/>
                      <a:pt x="174641" y="243704"/>
                    </a:cubicBezTo>
                    <a:cubicBezTo>
                      <a:pt x="165675" y="252056"/>
                      <a:pt x="168510" y="263857"/>
                      <a:pt x="162994" y="270983"/>
                    </a:cubicBezTo>
                    <a:cubicBezTo>
                      <a:pt x="143914" y="295809"/>
                      <a:pt x="61081" y="157730"/>
                      <a:pt x="54108" y="86315"/>
                    </a:cubicBezTo>
                    <a:cubicBezTo>
                      <a:pt x="20316" y="147999"/>
                      <a:pt x="-6503" y="222095"/>
                      <a:pt x="1390" y="293357"/>
                    </a:cubicBezTo>
                    <a:cubicBezTo>
                      <a:pt x="5681" y="332054"/>
                      <a:pt x="18784" y="371439"/>
                      <a:pt x="38707" y="404848"/>
                    </a:cubicBezTo>
                    <a:cubicBezTo>
                      <a:pt x="61234" y="442548"/>
                      <a:pt x="88666" y="462317"/>
                      <a:pt x="131653" y="466838"/>
                    </a:cubicBezTo>
                    <a:cubicBezTo>
                      <a:pt x="124451" y="475956"/>
                      <a:pt x="113187" y="484462"/>
                      <a:pt x="115102" y="497795"/>
                    </a:cubicBezTo>
                    <a:cubicBezTo>
                      <a:pt x="116328" y="506070"/>
                      <a:pt x="185138" y="573118"/>
                      <a:pt x="221306" y="586604"/>
                    </a:cubicBezTo>
                    <a:cubicBezTo>
                      <a:pt x="227282" y="588826"/>
                      <a:pt x="233642" y="590665"/>
                      <a:pt x="239926" y="589745"/>
                    </a:cubicBezTo>
                    <a:cubicBezTo>
                      <a:pt x="246209" y="588903"/>
                      <a:pt x="252416" y="584688"/>
                      <a:pt x="253871" y="578482"/>
                    </a:cubicBezTo>
                    <a:cubicBezTo>
                      <a:pt x="250040" y="595263"/>
                      <a:pt x="367891" y="634878"/>
                      <a:pt x="370113" y="635874"/>
                    </a:cubicBezTo>
                    <a:cubicBezTo>
                      <a:pt x="381990" y="639169"/>
                      <a:pt x="392947" y="634035"/>
                      <a:pt x="404211" y="632120"/>
                    </a:cubicBezTo>
                    <a:cubicBezTo>
                      <a:pt x="444516" y="620243"/>
                      <a:pt x="486431" y="612657"/>
                      <a:pt x="522598" y="589516"/>
                    </a:cubicBezTo>
                    <a:cubicBezTo>
                      <a:pt x="527962" y="586068"/>
                      <a:pt x="532099" y="586068"/>
                      <a:pt x="537004" y="588903"/>
                    </a:cubicBezTo>
                    <a:cubicBezTo>
                      <a:pt x="558076" y="600780"/>
                      <a:pt x="628341" y="546299"/>
                      <a:pt x="645275" y="530284"/>
                    </a:cubicBezTo>
                    <a:close/>
                  </a:path>
                </a:pathLst>
              </a:custGeom>
              <a:solidFill>
                <a:srgbClr val="07E27D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" name="자유형: 도형 245">
                <a:extLst>
                  <a:ext uri="{FF2B5EF4-FFF2-40B4-BE49-F238E27FC236}">
                    <a16:creationId xmlns:a16="http://schemas.microsoft.com/office/drawing/2014/main" id="{C0FF963F-9D01-DBC0-846D-42E9B38CC284}"/>
                  </a:ext>
                </a:extLst>
              </p:cNvPr>
              <p:cNvSpPr/>
              <p:nvPr/>
            </p:nvSpPr>
            <p:spPr>
              <a:xfrm>
                <a:off x="4835154" y="6313184"/>
                <a:ext cx="731904" cy="529413"/>
              </a:xfrm>
              <a:custGeom>
                <a:avLst/>
                <a:gdLst>
                  <a:gd name="connsiteX0" fmla="*/ 731668 w 731904"/>
                  <a:gd name="connsiteY0" fmla="*/ 90425 h 529413"/>
                  <a:gd name="connsiteX1" fmla="*/ 704772 w 731904"/>
                  <a:gd name="connsiteY1" fmla="*/ 84448 h 529413"/>
                  <a:gd name="connsiteX2" fmla="*/ 634277 w 731904"/>
                  <a:gd name="connsiteY2" fmla="*/ 90425 h 529413"/>
                  <a:gd name="connsiteX3" fmla="*/ 388385 w 731904"/>
                  <a:gd name="connsiteY3" fmla="*/ 92493 h 529413"/>
                  <a:gd name="connsiteX4" fmla="*/ 329076 w 731904"/>
                  <a:gd name="connsiteY4" fmla="*/ 80923 h 529413"/>
                  <a:gd name="connsiteX5" fmla="*/ 322333 w 731904"/>
                  <a:gd name="connsiteY5" fmla="*/ 65751 h 529413"/>
                  <a:gd name="connsiteX6" fmla="*/ 308847 w 731904"/>
                  <a:gd name="connsiteY6" fmla="*/ 40695 h 529413"/>
                  <a:gd name="connsiteX7" fmla="*/ 296664 w 731904"/>
                  <a:gd name="connsiteY7" fmla="*/ 24067 h 529413"/>
                  <a:gd name="connsiteX8" fmla="*/ 283254 w 731904"/>
                  <a:gd name="connsiteY8" fmla="*/ 3531 h 529413"/>
                  <a:gd name="connsiteX9" fmla="*/ 10773 w 731904"/>
                  <a:gd name="connsiteY9" fmla="*/ 7 h 529413"/>
                  <a:gd name="connsiteX10" fmla="*/ 275 w 731904"/>
                  <a:gd name="connsiteY10" fmla="*/ 17630 h 529413"/>
                  <a:gd name="connsiteX11" fmla="*/ 275 w 731904"/>
                  <a:gd name="connsiteY11" fmla="*/ 67897 h 529413"/>
                  <a:gd name="connsiteX12" fmla="*/ 23340 w 731904"/>
                  <a:gd name="connsiteY12" fmla="*/ 101076 h 529413"/>
                  <a:gd name="connsiteX13" fmla="*/ 35370 w 731904"/>
                  <a:gd name="connsiteY13" fmla="*/ 119312 h 529413"/>
                  <a:gd name="connsiteX14" fmla="*/ 155366 w 731904"/>
                  <a:gd name="connsiteY14" fmla="*/ 457462 h 529413"/>
                  <a:gd name="connsiteX15" fmla="*/ 248543 w 731904"/>
                  <a:gd name="connsiteY15" fmla="*/ 524203 h 529413"/>
                  <a:gd name="connsiteX16" fmla="*/ 534740 w 731904"/>
                  <a:gd name="connsiteY16" fmla="*/ 529413 h 529413"/>
                  <a:gd name="connsiteX17" fmla="*/ 582401 w 731904"/>
                  <a:gd name="connsiteY17" fmla="*/ 492327 h 529413"/>
                  <a:gd name="connsiteX18" fmla="*/ 731668 w 731904"/>
                  <a:gd name="connsiteY18" fmla="*/ 90425 h 529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31904" h="529413">
                    <a:moveTo>
                      <a:pt x="731668" y="90425"/>
                    </a:moveTo>
                    <a:cubicBezTo>
                      <a:pt x="724772" y="81920"/>
                      <a:pt x="713967" y="81460"/>
                      <a:pt x="704772" y="84448"/>
                    </a:cubicBezTo>
                    <a:cubicBezTo>
                      <a:pt x="681555" y="92110"/>
                      <a:pt x="657954" y="89275"/>
                      <a:pt x="634277" y="90425"/>
                    </a:cubicBezTo>
                    <a:cubicBezTo>
                      <a:pt x="552287" y="94563"/>
                      <a:pt x="470298" y="91038"/>
                      <a:pt x="388385" y="92493"/>
                    </a:cubicBezTo>
                    <a:cubicBezTo>
                      <a:pt x="367696" y="92877"/>
                      <a:pt x="348156" y="88050"/>
                      <a:pt x="329076" y="80923"/>
                    </a:cubicBezTo>
                    <a:cubicBezTo>
                      <a:pt x="322410" y="78471"/>
                      <a:pt x="314747" y="74640"/>
                      <a:pt x="322333" y="65751"/>
                    </a:cubicBezTo>
                    <a:cubicBezTo>
                      <a:pt x="339651" y="45369"/>
                      <a:pt x="324556" y="42840"/>
                      <a:pt x="308847" y="40695"/>
                    </a:cubicBezTo>
                    <a:cubicBezTo>
                      <a:pt x="298656" y="39316"/>
                      <a:pt x="289844" y="35484"/>
                      <a:pt x="296664" y="24067"/>
                    </a:cubicBezTo>
                    <a:cubicBezTo>
                      <a:pt x="307315" y="6213"/>
                      <a:pt x="295361" y="4221"/>
                      <a:pt x="283254" y="3531"/>
                    </a:cubicBezTo>
                    <a:cubicBezTo>
                      <a:pt x="264864" y="2382"/>
                      <a:pt x="190461" y="-147"/>
                      <a:pt x="10773" y="7"/>
                    </a:cubicBezTo>
                    <a:cubicBezTo>
                      <a:pt x="-951" y="1003"/>
                      <a:pt x="352" y="9815"/>
                      <a:pt x="275" y="17630"/>
                    </a:cubicBezTo>
                    <a:cubicBezTo>
                      <a:pt x="199" y="34412"/>
                      <a:pt x="199" y="51116"/>
                      <a:pt x="275" y="67897"/>
                    </a:cubicBezTo>
                    <a:cubicBezTo>
                      <a:pt x="352" y="84142"/>
                      <a:pt x="-4475" y="102992"/>
                      <a:pt x="23340" y="101076"/>
                    </a:cubicBezTo>
                    <a:cubicBezTo>
                      <a:pt x="33531" y="100386"/>
                      <a:pt x="32995" y="112646"/>
                      <a:pt x="35370" y="119312"/>
                    </a:cubicBezTo>
                    <a:cubicBezTo>
                      <a:pt x="75599" y="231952"/>
                      <a:pt x="114908" y="344899"/>
                      <a:pt x="155366" y="457462"/>
                    </a:cubicBezTo>
                    <a:cubicBezTo>
                      <a:pt x="184714" y="539145"/>
                      <a:pt x="161189" y="522058"/>
                      <a:pt x="248543" y="524203"/>
                    </a:cubicBezTo>
                    <a:cubicBezTo>
                      <a:pt x="328157" y="524126"/>
                      <a:pt x="439417" y="529413"/>
                      <a:pt x="534740" y="529413"/>
                    </a:cubicBezTo>
                    <a:cubicBezTo>
                      <a:pt x="561252" y="529413"/>
                      <a:pt x="571827" y="524126"/>
                      <a:pt x="582401" y="492327"/>
                    </a:cubicBezTo>
                    <a:cubicBezTo>
                      <a:pt x="582324" y="492480"/>
                      <a:pt x="738794" y="99160"/>
                      <a:pt x="731668" y="90425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" name="자유형: 도형 246">
                <a:extLst>
                  <a:ext uri="{FF2B5EF4-FFF2-40B4-BE49-F238E27FC236}">
                    <a16:creationId xmlns:a16="http://schemas.microsoft.com/office/drawing/2014/main" id="{1E06D93C-CB4A-69AE-F6F8-4C1D15959D46}"/>
                  </a:ext>
                </a:extLst>
              </p:cNvPr>
              <p:cNvSpPr/>
              <p:nvPr/>
            </p:nvSpPr>
            <p:spPr>
              <a:xfrm>
                <a:off x="5100505" y="6440669"/>
                <a:ext cx="444095" cy="337119"/>
              </a:xfrm>
              <a:custGeom>
                <a:avLst/>
                <a:gdLst>
                  <a:gd name="connsiteX0" fmla="*/ 444096 w 444095"/>
                  <a:gd name="connsiteY0" fmla="*/ 41941 h 337119"/>
                  <a:gd name="connsiteX1" fmla="*/ 338199 w 444095"/>
                  <a:gd name="connsiteY1" fmla="*/ 312046 h 337119"/>
                  <a:gd name="connsiteX2" fmla="*/ 301725 w 444095"/>
                  <a:gd name="connsiteY2" fmla="*/ 336567 h 337119"/>
                  <a:gd name="connsiteX3" fmla="*/ 91694 w 444095"/>
                  <a:gd name="connsiteY3" fmla="*/ 255267 h 337119"/>
                  <a:gd name="connsiteX4" fmla="*/ 8326 w 444095"/>
                  <a:gd name="connsiteY4" fmla="*/ 117724 h 337119"/>
                  <a:gd name="connsiteX5" fmla="*/ 33689 w 444095"/>
                  <a:gd name="connsiteY5" fmla="*/ 333 h 337119"/>
                  <a:gd name="connsiteX6" fmla="*/ 444096 w 444095"/>
                  <a:gd name="connsiteY6" fmla="*/ 41941 h 337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095" h="337119">
                    <a:moveTo>
                      <a:pt x="444096" y="41941"/>
                    </a:moveTo>
                    <a:cubicBezTo>
                      <a:pt x="417583" y="100176"/>
                      <a:pt x="340498" y="304844"/>
                      <a:pt x="338199" y="312046"/>
                    </a:cubicBezTo>
                    <a:cubicBezTo>
                      <a:pt x="327165" y="332352"/>
                      <a:pt x="323410" y="339249"/>
                      <a:pt x="301725" y="336567"/>
                    </a:cubicBezTo>
                    <a:cubicBezTo>
                      <a:pt x="226939" y="327372"/>
                      <a:pt x="147248" y="310284"/>
                      <a:pt x="91694" y="255267"/>
                    </a:cubicBezTo>
                    <a:cubicBezTo>
                      <a:pt x="55910" y="219866"/>
                      <a:pt x="22348" y="166075"/>
                      <a:pt x="8326" y="117724"/>
                    </a:cubicBezTo>
                    <a:cubicBezTo>
                      <a:pt x="586" y="91134"/>
                      <a:pt x="-14049" y="-6410"/>
                      <a:pt x="33689" y="333"/>
                    </a:cubicBezTo>
                    <a:cubicBezTo>
                      <a:pt x="78591" y="6769"/>
                      <a:pt x="411913" y="39718"/>
                      <a:pt x="444096" y="4194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7" name="자유형: 도형 233">
              <a:extLst>
                <a:ext uri="{FF2B5EF4-FFF2-40B4-BE49-F238E27FC236}">
                  <a16:creationId xmlns:a16="http://schemas.microsoft.com/office/drawing/2014/main" id="{DA03C198-5FC1-6FF6-B15A-5C694432A297}"/>
                </a:ext>
              </a:extLst>
            </p:cNvPr>
            <p:cNvSpPr/>
            <p:nvPr/>
          </p:nvSpPr>
          <p:spPr>
            <a:xfrm>
              <a:off x="5318454" y="2885008"/>
              <a:ext cx="1542847" cy="547360"/>
            </a:xfrm>
            <a:custGeom>
              <a:avLst/>
              <a:gdLst>
                <a:gd name="connsiteX0" fmla="*/ 1535986 w 1542847"/>
                <a:gd name="connsiteY0" fmla="*/ 40408 h 547360"/>
                <a:gd name="connsiteX1" fmla="*/ 1398060 w 1542847"/>
                <a:gd name="connsiteY1" fmla="*/ 179 h 547360"/>
                <a:gd name="connsiteX2" fmla="*/ 1421048 w 1542847"/>
                <a:gd name="connsiteY2" fmla="*/ 122780 h 547360"/>
                <a:gd name="connsiteX3" fmla="*/ 1280440 w 1542847"/>
                <a:gd name="connsiteY3" fmla="*/ 294039 h 547360"/>
                <a:gd name="connsiteX4" fmla="*/ 881986 w 1542847"/>
                <a:gd name="connsiteY4" fmla="*/ 408977 h 547360"/>
                <a:gd name="connsiteX5" fmla="*/ 591421 w 1542847"/>
                <a:gd name="connsiteY5" fmla="*/ 399016 h 547360"/>
                <a:gd name="connsiteX6" fmla="*/ 397175 w 1542847"/>
                <a:gd name="connsiteY6" fmla="*/ 356795 h 547360"/>
                <a:gd name="connsiteX7" fmla="*/ 261241 w 1542847"/>
                <a:gd name="connsiteY7" fmla="*/ 301701 h 547360"/>
                <a:gd name="connsiteX8" fmla="*/ 123315 w 1542847"/>
                <a:gd name="connsiteY8" fmla="*/ 125462 h 547360"/>
                <a:gd name="connsiteX9" fmla="*/ 146303 w 1542847"/>
                <a:gd name="connsiteY9" fmla="*/ 2861 h 547360"/>
                <a:gd name="connsiteX10" fmla="*/ 8376 w 1542847"/>
                <a:gd name="connsiteY10" fmla="*/ 43089 h 547360"/>
                <a:gd name="connsiteX11" fmla="*/ 8376 w 1542847"/>
                <a:gd name="connsiteY11" fmla="*/ 202088 h 547360"/>
                <a:gd name="connsiteX12" fmla="*/ 159865 w 1542847"/>
                <a:gd name="connsiteY12" fmla="*/ 413881 h 547360"/>
                <a:gd name="connsiteX13" fmla="*/ 608586 w 1542847"/>
                <a:gd name="connsiteY13" fmla="*/ 544068 h 547360"/>
                <a:gd name="connsiteX14" fmla="*/ 755860 w 1542847"/>
                <a:gd name="connsiteY14" fmla="*/ 544068 h 547360"/>
                <a:gd name="connsiteX15" fmla="*/ 1180750 w 1542847"/>
                <a:gd name="connsiteY15" fmla="*/ 478017 h 547360"/>
                <a:gd name="connsiteX16" fmla="*/ 1425952 w 1542847"/>
                <a:gd name="connsiteY16" fmla="*/ 363078 h 547360"/>
                <a:gd name="connsiteX17" fmla="*/ 1533228 w 1542847"/>
                <a:gd name="connsiteY17" fmla="*/ 209827 h 547360"/>
                <a:gd name="connsiteX18" fmla="*/ 1535986 w 1542847"/>
                <a:gd name="connsiteY18" fmla="*/ 40408 h 5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42847" h="547360">
                  <a:moveTo>
                    <a:pt x="1535986" y="40408"/>
                  </a:moveTo>
                  <a:cubicBezTo>
                    <a:pt x="1478287" y="20945"/>
                    <a:pt x="1459744" y="-2273"/>
                    <a:pt x="1398060" y="179"/>
                  </a:cubicBezTo>
                  <a:cubicBezTo>
                    <a:pt x="1421048" y="46154"/>
                    <a:pt x="1422657" y="73433"/>
                    <a:pt x="1421048" y="122780"/>
                  </a:cubicBezTo>
                  <a:cubicBezTo>
                    <a:pt x="1418213" y="211283"/>
                    <a:pt x="1359134" y="259097"/>
                    <a:pt x="1280440" y="294039"/>
                  </a:cubicBezTo>
                  <a:cubicBezTo>
                    <a:pt x="1142513" y="355339"/>
                    <a:pt x="1050563" y="378327"/>
                    <a:pt x="881986" y="408977"/>
                  </a:cubicBezTo>
                  <a:cubicBezTo>
                    <a:pt x="800380" y="423843"/>
                    <a:pt x="671189" y="414418"/>
                    <a:pt x="591421" y="399016"/>
                  </a:cubicBezTo>
                  <a:cubicBezTo>
                    <a:pt x="583069" y="397407"/>
                    <a:pt x="452346" y="372580"/>
                    <a:pt x="397175" y="356795"/>
                  </a:cubicBezTo>
                  <a:cubicBezTo>
                    <a:pt x="349820" y="343232"/>
                    <a:pt x="304994" y="324382"/>
                    <a:pt x="261241" y="301701"/>
                  </a:cubicBezTo>
                  <a:cubicBezTo>
                    <a:pt x="184845" y="262009"/>
                    <a:pt x="126150" y="213965"/>
                    <a:pt x="123315" y="125462"/>
                  </a:cubicBezTo>
                  <a:cubicBezTo>
                    <a:pt x="121706" y="76115"/>
                    <a:pt x="123315" y="48836"/>
                    <a:pt x="146303" y="2861"/>
                  </a:cubicBezTo>
                  <a:cubicBezTo>
                    <a:pt x="84619" y="409"/>
                    <a:pt x="66075" y="23626"/>
                    <a:pt x="8376" y="43089"/>
                  </a:cubicBezTo>
                  <a:cubicBezTo>
                    <a:pt x="1403" y="86843"/>
                    <a:pt x="-6336" y="157798"/>
                    <a:pt x="8376" y="202088"/>
                  </a:cubicBezTo>
                  <a:cubicBezTo>
                    <a:pt x="35579" y="286836"/>
                    <a:pt x="86075" y="363845"/>
                    <a:pt x="159865" y="413881"/>
                  </a:cubicBezTo>
                  <a:cubicBezTo>
                    <a:pt x="299554" y="508591"/>
                    <a:pt x="559239" y="538704"/>
                    <a:pt x="608586" y="544068"/>
                  </a:cubicBezTo>
                  <a:cubicBezTo>
                    <a:pt x="657856" y="549432"/>
                    <a:pt x="706666" y="547363"/>
                    <a:pt x="755860" y="544068"/>
                  </a:cubicBezTo>
                  <a:cubicBezTo>
                    <a:pt x="805513" y="540697"/>
                    <a:pt x="1065811" y="523992"/>
                    <a:pt x="1180750" y="478017"/>
                  </a:cubicBezTo>
                  <a:cubicBezTo>
                    <a:pt x="1214158" y="464684"/>
                    <a:pt x="1382735" y="400472"/>
                    <a:pt x="1425952" y="363078"/>
                  </a:cubicBezTo>
                  <a:cubicBezTo>
                    <a:pt x="1480280" y="315953"/>
                    <a:pt x="1511313" y="278177"/>
                    <a:pt x="1533228" y="209827"/>
                  </a:cubicBezTo>
                  <a:cubicBezTo>
                    <a:pt x="1548093" y="165537"/>
                    <a:pt x="1543036" y="84161"/>
                    <a:pt x="1535986" y="40408"/>
                  </a:cubicBezTo>
                  <a:close/>
                </a:path>
              </a:pathLst>
            </a:custGeom>
            <a:solidFill>
              <a:srgbClr val="08A4D5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" name="자유형: 도형 234">
              <a:extLst>
                <a:ext uri="{FF2B5EF4-FFF2-40B4-BE49-F238E27FC236}">
                  <a16:creationId xmlns:a16="http://schemas.microsoft.com/office/drawing/2014/main" id="{B04913C8-D916-C3FB-393C-E76D0AE14829}"/>
                </a:ext>
              </a:extLst>
            </p:cNvPr>
            <p:cNvSpPr/>
            <p:nvPr/>
          </p:nvSpPr>
          <p:spPr>
            <a:xfrm>
              <a:off x="6739824" y="1738795"/>
              <a:ext cx="2318307" cy="1774017"/>
            </a:xfrm>
            <a:custGeom>
              <a:avLst/>
              <a:gdLst>
                <a:gd name="connsiteX0" fmla="*/ 48488 w 2318307"/>
                <a:gd name="connsiteY0" fmla="*/ 778436 h 1774017"/>
                <a:gd name="connsiteX1" fmla="*/ 2220827 w 2318307"/>
                <a:gd name="connsiteY1" fmla="*/ 4286 h 1774017"/>
                <a:gd name="connsiteX2" fmla="*/ 2318295 w 2318307"/>
                <a:gd name="connsiteY2" fmla="*/ 74399 h 1774017"/>
                <a:gd name="connsiteX3" fmla="*/ 2288258 w 2318307"/>
                <a:gd name="connsiteY3" fmla="*/ 1702312 h 1774017"/>
                <a:gd name="connsiteX4" fmla="*/ 2188261 w 2318307"/>
                <a:gd name="connsiteY4" fmla="*/ 1768746 h 1774017"/>
                <a:gd name="connsiteX5" fmla="*/ 45960 w 2318307"/>
                <a:gd name="connsiteY5" fmla="*/ 914983 h 1774017"/>
                <a:gd name="connsiteX6" fmla="*/ 48488 w 2318307"/>
                <a:gd name="connsiteY6" fmla="*/ 778436 h 177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8307" h="1774017">
                  <a:moveTo>
                    <a:pt x="48488" y="778436"/>
                  </a:moveTo>
                  <a:lnTo>
                    <a:pt x="2220827" y="4286"/>
                  </a:lnTo>
                  <a:cubicBezTo>
                    <a:pt x="2268872" y="-12801"/>
                    <a:pt x="2319215" y="23366"/>
                    <a:pt x="2318295" y="74399"/>
                  </a:cubicBezTo>
                  <a:lnTo>
                    <a:pt x="2288258" y="1702312"/>
                  </a:lnTo>
                  <a:cubicBezTo>
                    <a:pt x="2287339" y="1753344"/>
                    <a:pt x="2235692" y="1787673"/>
                    <a:pt x="2188261" y="1768746"/>
                  </a:cubicBezTo>
                  <a:lnTo>
                    <a:pt x="45960" y="914983"/>
                  </a:lnTo>
                  <a:cubicBezTo>
                    <a:pt x="-16567" y="890079"/>
                    <a:pt x="-14881" y="801040"/>
                    <a:pt x="48488" y="778436"/>
                  </a:cubicBezTo>
                  <a:close/>
                </a:path>
              </a:pathLst>
            </a:custGeom>
            <a:solidFill>
              <a:srgbClr val="CFCFCF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" name="자유형: 도형 235">
              <a:extLst>
                <a:ext uri="{FF2B5EF4-FFF2-40B4-BE49-F238E27FC236}">
                  <a16:creationId xmlns:a16="http://schemas.microsoft.com/office/drawing/2014/main" id="{4F2DB2B4-DB16-7591-BE80-A4DA069D7904}"/>
                </a:ext>
              </a:extLst>
            </p:cNvPr>
            <p:cNvSpPr/>
            <p:nvPr/>
          </p:nvSpPr>
          <p:spPr>
            <a:xfrm>
              <a:off x="8660201" y="1730897"/>
              <a:ext cx="750931" cy="1793041"/>
            </a:xfrm>
            <a:custGeom>
              <a:avLst/>
              <a:gdLst>
                <a:gd name="connsiteX0" fmla="*/ 750932 w 750931"/>
                <a:gd name="connsiteY0" fmla="*/ 896521 h 1793041"/>
                <a:gd name="connsiteX1" fmla="*/ 375466 w 750931"/>
                <a:gd name="connsiteY1" fmla="*/ 1793042 h 1793041"/>
                <a:gd name="connsiteX2" fmla="*/ 0 w 750931"/>
                <a:gd name="connsiteY2" fmla="*/ 896521 h 1793041"/>
                <a:gd name="connsiteX3" fmla="*/ 375466 w 750931"/>
                <a:gd name="connsiteY3" fmla="*/ 0 h 1793041"/>
                <a:gd name="connsiteX4" fmla="*/ 750932 w 750931"/>
                <a:gd name="connsiteY4" fmla="*/ 896521 h 1793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931" h="1793041">
                  <a:moveTo>
                    <a:pt x="750932" y="896521"/>
                  </a:moveTo>
                  <a:cubicBezTo>
                    <a:pt x="750932" y="1391655"/>
                    <a:pt x="582830" y="1793042"/>
                    <a:pt x="375466" y="1793042"/>
                  </a:cubicBezTo>
                  <a:cubicBezTo>
                    <a:pt x="168102" y="1793042"/>
                    <a:pt x="0" y="1391655"/>
                    <a:pt x="0" y="896521"/>
                  </a:cubicBezTo>
                  <a:cubicBezTo>
                    <a:pt x="0" y="401386"/>
                    <a:pt x="168102" y="0"/>
                    <a:pt x="375466" y="0"/>
                  </a:cubicBezTo>
                  <a:cubicBezTo>
                    <a:pt x="582830" y="0"/>
                    <a:pt x="750932" y="401386"/>
                    <a:pt x="750932" y="896521"/>
                  </a:cubicBezTo>
                  <a:close/>
                </a:path>
              </a:pathLst>
            </a:custGeom>
            <a:solidFill>
              <a:srgbClr val="8E8E8E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" name="자유형: 도형 236">
              <a:extLst>
                <a:ext uri="{FF2B5EF4-FFF2-40B4-BE49-F238E27FC236}">
                  <a16:creationId xmlns:a16="http://schemas.microsoft.com/office/drawing/2014/main" id="{6C6C2FC3-3D35-FFAF-E445-70E10C39C179}"/>
                </a:ext>
              </a:extLst>
            </p:cNvPr>
            <p:cNvSpPr/>
            <p:nvPr/>
          </p:nvSpPr>
          <p:spPr>
            <a:xfrm rot="1303743">
              <a:off x="7124193" y="2895154"/>
              <a:ext cx="313154" cy="897396"/>
            </a:xfrm>
            <a:custGeom>
              <a:avLst/>
              <a:gdLst>
                <a:gd name="connsiteX0" fmla="*/ 0 w 313154"/>
                <a:gd name="connsiteY0" fmla="*/ 0 h 897396"/>
                <a:gd name="connsiteX1" fmla="*/ 313154 w 313154"/>
                <a:gd name="connsiteY1" fmla="*/ 0 h 897396"/>
                <a:gd name="connsiteX2" fmla="*/ 313154 w 313154"/>
                <a:gd name="connsiteY2" fmla="*/ 897397 h 897396"/>
                <a:gd name="connsiteX3" fmla="*/ 0 w 313154"/>
                <a:gd name="connsiteY3" fmla="*/ 897397 h 897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154" h="897396">
                  <a:moveTo>
                    <a:pt x="0" y="0"/>
                  </a:moveTo>
                  <a:lnTo>
                    <a:pt x="313154" y="0"/>
                  </a:lnTo>
                  <a:lnTo>
                    <a:pt x="313154" y="897397"/>
                  </a:lnTo>
                  <a:lnTo>
                    <a:pt x="0" y="897397"/>
                  </a:lnTo>
                  <a:close/>
                </a:path>
              </a:pathLst>
            </a:custGeom>
            <a:solidFill>
              <a:srgbClr val="848484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21" name="그룹 237">
              <a:extLst>
                <a:ext uri="{FF2B5EF4-FFF2-40B4-BE49-F238E27FC236}">
                  <a16:creationId xmlns:a16="http://schemas.microsoft.com/office/drawing/2014/main" id="{3EC540DC-9770-28BF-DA93-0FF6FF6BC6F3}"/>
                </a:ext>
              </a:extLst>
            </p:cNvPr>
            <p:cNvGrpSpPr/>
            <p:nvPr/>
          </p:nvGrpSpPr>
          <p:grpSpPr>
            <a:xfrm>
              <a:off x="6914805" y="2842583"/>
              <a:ext cx="842247" cy="812917"/>
              <a:chOff x="6914805" y="2842583"/>
              <a:chExt cx="842247" cy="812917"/>
            </a:xfrm>
          </p:grpSpPr>
          <p:sp>
            <p:nvSpPr>
              <p:cNvPr id="23" name="자유형: 도형 239">
                <a:extLst>
                  <a:ext uri="{FF2B5EF4-FFF2-40B4-BE49-F238E27FC236}">
                    <a16:creationId xmlns:a16="http://schemas.microsoft.com/office/drawing/2014/main" id="{14D147FD-B665-00F8-8D99-AE01B6E67FC0}"/>
                  </a:ext>
                </a:extLst>
              </p:cNvPr>
              <p:cNvSpPr/>
              <p:nvPr/>
            </p:nvSpPr>
            <p:spPr>
              <a:xfrm>
                <a:off x="7188681" y="2842583"/>
                <a:ext cx="399603" cy="323963"/>
              </a:xfrm>
              <a:custGeom>
                <a:avLst/>
                <a:gdLst>
                  <a:gd name="connsiteX0" fmla="*/ 322901 w 399603"/>
                  <a:gd name="connsiteY0" fmla="*/ 315621 h 323963"/>
                  <a:gd name="connsiteX1" fmla="*/ 133252 w 399603"/>
                  <a:gd name="connsiteY1" fmla="*/ 318227 h 323963"/>
                  <a:gd name="connsiteX2" fmla="*/ 31494 w 399603"/>
                  <a:gd name="connsiteY2" fmla="*/ 321521 h 323963"/>
                  <a:gd name="connsiteX3" fmla="*/ 0 w 399603"/>
                  <a:gd name="connsiteY3" fmla="*/ 296695 h 323963"/>
                  <a:gd name="connsiteX4" fmla="*/ 37087 w 399603"/>
                  <a:gd name="connsiteY4" fmla="*/ 211410 h 323963"/>
                  <a:gd name="connsiteX5" fmla="*/ 87200 w 399603"/>
                  <a:gd name="connsiteY5" fmla="*/ 39385 h 323963"/>
                  <a:gd name="connsiteX6" fmla="*/ 108656 w 399603"/>
                  <a:gd name="connsiteY6" fmla="*/ 0 h 323963"/>
                  <a:gd name="connsiteX7" fmla="*/ 399603 w 399603"/>
                  <a:gd name="connsiteY7" fmla="*/ 121988 h 323963"/>
                  <a:gd name="connsiteX8" fmla="*/ 360677 w 399603"/>
                  <a:gd name="connsiteY8" fmla="*/ 213556 h 323963"/>
                  <a:gd name="connsiteX9" fmla="*/ 322901 w 399603"/>
                  <a:gd name="connsiteY9" fmla="*/ 315621 h 323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9603" h="323963">
                    <a:moveTo>
                      <a:pt x="322901" y="315621"/>
                    </a:moveTo>
                    <a:cubicBezTo>
                      <a:pt x="259838" y="327652"/>
                      <a:pt x="195779" y="324970"/>
                      <a:pt x="133252" y="318227"/>
                    </a:cubicBezTo>
                    <a:cubicBezTo>
                      <a:pt x="98005" y="314395"/>
                      <a:pt x="65362" y="321368"/>
                      <a:pt x="31494" y="321521"/>
                    </a:cubicBezTo>
                    <a:cubicBezTo>
                      <a:pt x="18314" y="316694"/>
                      <a:pt x="460" y="317690"/>
                      <a:pt x="0" y="296695"/>
                    </a:cubicBezTo>
                    <a:cubicBezTo>
                      <a:pt x="30727" y="276312"/>
                      <a:pt x="37470" y="245432"/>
                      <a:pt x="37087" y="211410"/>
                    </a:cubicBezTo>
                    <a:cubicBezTo>
                      <a:pt x="53102" y="153864"/>
                      <a:pt x="69653" y="96472"/>
                      <a:pt x="87200" y="39385"/>
                    </a:cubicBezTo>
                    <a:cubicBezTo>
                      <a:pt x="91645" y="24903"/>
                      <a:pt x="95093" y="9655"/>
                      <a:pt x="108656" y="0"/>
                    </a:cubicBezTo>
                    <a:cubicBezTo>
                      <a:pt x="205664" y="40688"/>
                      <a:pt x="302595" y="81376"/>
                      <a:pt x="399603" y="121988"/>
                    </a:cubicBezTo>
                    <a:cubicBezTo>
                      <a:pt x="390102" y="153941"/>
                      <a:pt x="365735" y="179687"/>
                      <a:pt x="360677" y="213556"/>
                    </a:cubicBezTo>
                    <a:cubicBezTo>
                      <a:pt x="353245" y="249493"/>
                      <a:pt x="336464" y="281982"/>
                      <a:pt x="322901" y="315621"/>
                    </a:cubicBezTo>
                    <a:close/>
                  </a:path>
                </a:pathLst>
              </a:custGeom>
              <a:solidFill>
                <a:srgbClr val="848484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4" name="자유형: 도형 240">
                <a:extLst>
                  <a:ext uri="{FF2B5EF4-FFF2-40B4-BE49-F238E27FC236}">
                    <a16:creationId xmlns:a16="http://schemas.microsoft.com/office/drawing/2014/main" id="{B8EC90D1-6E0C-EEAE-630A-58019A43C612}"/>
                  </a:ext>
                </a:extLst>
              </p:cNvPr>
              <p:cNvSpPr/>
              <p:nvPr/>
            </p:nvSpPr>
            <p:spPr>
              <a:xfrm>
                <a:off x="6914805" y="2847812"/>
                <a:ext cx="840631" cy="807688"/>
              </a:xfrm>
              <a:custGeom>
                <a:avLst/>
                <a:gdLst>
                  <a:gd name="connsiteX0" fmla="*/ 250965 w 840631"/>
                  <a:gd name="connsiteY0" fmla="*/ 978 h 807688"/>
                  <a:gd name="connsiteX1" fmla="*/ 281922 w 840631"/>
                  <a:gd name="connsiteY1" fmla="*/ 124498 h 807688"/>
                  <a:gd name="connsiteX2" fmla="*/ 245755 w 840631"/>
                  <a:gd name="connsiteY2" fmla="*/ 234839 h 807688"/>
                  <a:gd name="connsiteX3" fmla="*/ 258935 w 840631"/>
                  <a:gd name="connsiteY3" fmla="*/ 293075 h 807688"/>
                  <a:gd name="connsiteX4" fmla="*/ 277526 w 840631"/>
                  <a:gd name="connsiteY4" fmla="*/ 294550 h 807688"/>
                  <a:gd name="connsiteX5" fmla="*/ 304813 w 840631"/>
                  <a:gd name="connsiteY5" fmla="*/ 300716 h 807688"/>
                  <a:gd name="connsiteX6" fmla="*/ 304833 w 840631"/>
                  <a:gd name="connsiteY6" fmla="*/ 300585 h 807688"/>
                  <a:gd name="connsiteX7" fmla="*/ 749645 w 840631"/>
                  <a:gd name="connsiteY7" fmla="*/ 291543 h 807688"/>
                  <a:gd name="connsiteX8" fmla="*/ 840140 w 840631"/>
                  <a:gd name="connsiteY8" fmla="*/ 369701 h 807688"/>
                  <a:gd name="connsiteX9" fmla="*/ 832861 w 840631"/>
                  <a:gd name="connsiteY9" fmla="*/ 484333 h 807688"/>
                  <a:gd name="connsiteX10" fmla="*/ 780679 w 840631"/>
                  <a:gd name="connsiteY10" fmla="*/ 614673 h 807688"/>
                  <a:gd name="connsiteX11" fmla="*/ 764587 w 840631"/>
                  <a:gd name="connsiteY11" fmla="*/ 660802 h 807688"/>
                  <a:gd name="connsiteX12" fmla="*/ 696544 w 840631"/>
                  <a:gd name="connsiteY12" fmla="*/ 752446 h 807688"/>
                  <a:gd name="connsiteX13" fmla="*/ 582601 w 840631"/>
                  <a:gd name="connsiteY13" fmla="*/ 799878 h 807688"/>
                  <a:gd name="connsiteX14" fmla="*/ 297017 w 840631"/>
                  <a:gd name="connsiteY14" fmla="*/ 777733 h 807688"/>
                  <a:gd name="connsiteX15" fmla="*/ 276384 w 840631"/>
                  <a:gd name="connsiteY15" fmla="*/ 768823 h 807688"/>
                  <a:gd name="connsiteX16" fmla="*/ 216934 w 840631"/>
                  <a:gd name="connsiteY16" fmla="*/ 757436 h 807688"/>
                  <a:gd name="connsiteX17" fmla="*/ 145682 w 840631"/>
                  <a:gd name="connsiteY17" fmla="*/ 744247 h 807688"/>
                  <a:gd name="connsiteX18" fmla="*/ 3388 w 840631"/>
                  <a:gd name="connsiteY18" fmla="*/ 545250 h 807688"/>
                  <a:gd name="connsiteX19" fmla="*/ 33502 w 840631"/>
                  <a:gd name="connsiteY19" fmla="*/ 287405 h 807688"/>
                  <a:gd name="connsiteX20" fmla="*/ 179780 w 840631"/>
                  <a:gd name="connsiteY20" fmla="*/ 36762 h 807688"/>
                  <a:gd name="connsiteX21" fmla="*/ 250965 w 840631"/>
                  <a:gd name="connsiteY21" fmla="*/ 978 h 80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40631" h="807688">
                    <a:moveTo>
                      <a:pt x="250965" y="978"/>
                    </a:moveTo>
                    <a:cubicBezTo>
                      <a:pt x="297248" y="17222"/>
                      <a:pt x="294872" y="68945"/>
                      <a:pt x="281922" y="124498"/>
                    </a:cubicBezTo>
                    <a:cubicBezTo>
                      <a:pt x="271961" y="160896"/>
                      <a:pt x="259778" y="204343"/>
                      <a:pt x="245755" y="234839"/>
                    </a:cubicBezTo>
                    <a:cubicBezTo>
                      <a:pt x="228361" y="272769"/>
                      <a:pt x="219396" y="278056"/>
                      <a:pt x="258935" y="293075"/>
                    </a:cubicBezTo>
                    <a:cubicBezTo>
                      <a:pt x="260736" y="293765"/>
                      <a:pt x="268398" y="293765"/>
                      <a:pt x="277526" y="294550"/>
                    </a:cubicBezTo>
                    <a:lnTo>
                      <a:pt x="304813" y="300716"/>
                    </a:lnTo>
                    <a:lnTo>
                      <a:pt x="304833" y="300585"/>
                    </a:lnTo>
                    <a:cubicBezTo>
                      <a:pt x="396784" y="308247"/>
                      <a:pt x="719838" y="289857"/>
                      <a:pt x="749645" y="291543"/>
                    </a:cubicBezTo>
                    <a:cubicBezTo>
                      <a:pt x="802441" y="294531"/>
                      <a:pt x="828416" y="315680"/>
                      <a:pt x="840140" y="369701"/>
                    </a:cubicBezTo>
                    <a:cubicBezTo>
                      <a:pt x="841213" y="430848"/>
                      <a:pt x="841213" y="453836"/>
                      <a:pt x="832861" y="484333"/>
                    </a:cubicBezTo>
                    <a:cubicBezTo>
                      <a:pt x="825352" y="531764"/>
                      <a:pt x="806655" y="574675"/>
                      <a:pt x="780679" y="614673"/>
                    </a:cubicBezTo>
                    <a:cubicBezTo>
                      <a:pt x="772250" y="637814"/>
                      <a:pt x="767499" y="651684"/>
                      <a:pt x="764587" y="660802"/>
                    </a:cubicBezTo>
                    <a:cubicBezTo>
                      <a:pt x="761446" y="705781"/>
                      <a:pt x="725815" y="724861"/>
                      <a:pt x="696544" y="752446"/>
                    </a:cubicBezTo>
                    <a:cubicBezTo>
                      <a:pt x="664974" y="775741"/>
                      <a:pt x="598539" y="797656"/>
                      <a:pt x="582601" y="799878"/>
                    </a:cubicBezTo>
                    <a:cubicBezTo>
                      <a:pt x="499156" y="825854"/>
                      <a:pt x="311883" y="778806"/>
                      <a:pt x="297017" y="777733"/>
                    </a:cubicBezTo>
                    <a:lnTo>
                      <a:pt x="276384" y="768823"/>
                    </a:lnTo>
                    <a:lnTo>
                      <a:pt x="216934" y="757436"/>
                    </a:lnTo>
                    <a:cubicBezTo>
                      <a:pt x="186505" y="750626"/>
                      <a:pt x="160126" y="744669"/>
                      <a:pt x="145682" y="744247"/>
                    </a:cubicBezTo>
                    <a:cubicBezTo>
                      <a:pt x="59631" y="714440"/>
                      <a:pt x="8369" y="613677"/>
                      <a:pt x="3388" y="545250"/>
                    </a:cubicBezTo>
                    <a:cubicBezTo>
                      <a:pt x="-290" y="494677"/>
                      <a:pt x="-9332" y="362038"/>
                      <a:pt x="33502" y="287405"/>
                    </a:cubicBezTo>
                    <a:cubicBezTo>
                      <a:pt x="51892" y="249245"/>
                      <a:pt x="157482" y="70018"/>
                      <a:pt x="179780" y="36762"/>
                    </a:cubicBezTo>
                    <a:cubicBezTo>
                      <a:pt x="198783" y="8411"/>
                      <a:pt x="218783" y="-3696"/>
                      <a:pt x="250965" y="978"/>
                    </a:cubicBezTo>
                    <a:close/>
                  </a:path>
                </a:pathLst>
              </a:custGeom>
              <a:gradFill flip="none" rotWithShape="1">
                <a:gsLst>
                  <a:gs pos="17000">
                    <a:srgbClr val="F5B382"/>
                  </a:gs>
                  <a:gs pos="63000">
                    <a:srgbClr val="DC7C53"/>
                  </a:gs>
                  <a:gs pos="0">
                    <a:srgbClr val="F5B382"/>
                  </a:gs>
                  <a:gs pos="100000">
                    <a:srgbClr val="DC7C53"/>
                  </a:gs>
                </a:gsLst>
                <a:lin ang="0" scaled="0"/>
                <a:tileRect/>
              </a:gra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5" name="자유형: 도형 241">
                <a:extLst>
                  <a:ext uri="{FF2B5EF4-FFF2-40B4-BE49-F238E27FC236}">
                    <a16:creationId xmlns:a16="http://schemas.microsoft.com/office/drawing/2014/main" id="{655D47AF-B872-2278-FBA6-682AB3545765}"/>
                  </a:ext>
                </a:extLst>
              </p:cNvPr>
              <p:cNvSpPr/>
              <p:nvPr/>
            </p:nvSpPr>
            <p:spPr>
              <a:xfrm>
                <a:off x="7443840" y="3217589"/>
                <a:ext cx="313212" cy="135009"/>
              </a:xfrm>
              <a:custGeom>
                <a:avLst/>
                <a:gdLst>
                  <a:gd name="connsiteX0" fmla="*/ 303749 w 313212"/>
                  <a:gd name="connsiteY0" fmla="*/ 114632 h 135009"/>
                  <a:gd name="connsiteX1" fmla="*/ 271720 w 313212"/>
                  <a:gd name="connsiteY1" fmla="*/ 99000 h 135009"/>
                  <a:gd name="connsiteX2" fmla="*/ 53260 w 313212"/>
                  <a:gd name="connsiteY2" fmla="*/ 127888 h 135009"/>
                  <a:gd name="connsiteX3" fmla="*/ 5 w 313212"/>
                  <a:gd name="connsiteY3" fmla="*/ 125360 h 135009"/>
                  <a:gd name="connsiteX4" fmla="*/ 50731 w 313212"/>
                  <a:gd name="connsiteY4" fmla="*/ 106816 h 135009"/>
                  <a:gd name="connsiteX5" fmla="*/ 242602 w 313212"/>
                  <a:gd name="connsiteY5" fmla="*/ 79614 h 135009"/>
                  <a:gd name="connsiteX6" fmla="*/ 301910 w 313212"/>
                  <a:gd name="connsiteY6" fmla="*/ 9042 h 135009"/>
                  <a:gd name="connsiteX7" fmla="*/ 311029 w 313212"/>
                  <a:gd name="connsiteY7" fmla="*/ 0 h 135009"/>
                  <a:gd name="connsiteX8" fmla="*/ 303749 w 313212"/>
                  <a:gd name="connsiteY8" fmla="*/ 114632 h 135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3212" h="135009">
                    <a:moveTo>
                      <a:pt x="303749" y="114632"/>
                    </a:moveTo>
                    <a:cubicBezTo>
                      <a:pt x="296853" y="101682"/>
                      <a:pt x="289114" y="96319"/>
                      <a:pt x="271720" y="99000"/>
                    </a:cubicBezTo>
                    <a:cubicBezTo>
                      <a:pt x="199155" y="110264"/>
                      <a:pt x="126208" y="118923"/>
                      <a:pt x="53260" y="127888"/>
                    </a:cubicBezTo>
                    <a:cubicBezTo>
                      <a:pt x="41996" y="129268"/>
                      <a:pt x="618" y="144669"/>
                      <a:pt x="5" y="125360"/>
                    </a:cubicBezTo>
                    <a:cubicBezTo>
                      <a:pt x="-531" y="109498"/>
                      <a:pt x="40463" y="108272"/>
                      <a:pt x="50731" y="106816"/>
                    </a:cubicBezTo>
                    <a:cubicBezTo>
                      <a:pt x="114714" y="97774"/>
                      <a:pt x="179003" y="90878"/>
                      <a:pt x="242602" y="79614"/>
                    </a:cubicBezTo>
                    <a:cubicBezTo>
                      <a:pt x="296853" y="70036"/>
                      <a:pt x="300225" y="63599"/>
                      <a:pt x="301910" y="9042"/>
                    </a:cubicBezTo>
                    <a:cubicBezTo>
                      <a:pt x="302140" y="2299"/>
                      <a:pt x="305589" y="613"/>
                      <a:pt x="311029" y="0"/>
                    </a:cubicBezTo>
                    <a:cubicBezTo>
                      <a:pt x="313787" y="38543"/>
                      <a:pt x="316086" y="77009"/>
                      <a:pt x="303749" y="114632"/>
                    </a:cubicBezTo>
                    <a:close/>
                  </a:path>
                </a:pathLst>
              </a:custGeom>
              <a:solidFill>
                <a:srgbClr val="B16133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42">
                <a:extLst>
                  <a:ext uri="{FF2B5EF4-FFF2-40B4-BE49-F238E27FC236}">
                    <a16:creationId xmlns:a16="http://schemas.microsoft.com/office/drawing/2014/main" id="{DEE94CFB-7B34-C017-D03B-8812D4952D74}"/>
                  </a:ext>
                </a:extLst>
              </p:cNvPr>
              <p:cNvSpPr/>
              <p:nvPr/>
            </p:nvSpPr>
            <p:spPr>
              <a:xfrm>
                <a:off x="7427930" y="3462485"/>
                <a:ext cx="267630" cy="58051"/>
              </a:xfrm>
              <a:custGeom>
                <a:avLst/>
                <a:gdLst>
                  <a:gd name="connsiteX0" fmla="*/ 251463 w 267630"/>
                  <a:gd name="connsiteY0" fmla="*/ 46129 h 58051"/>
                  <a:gd name="connsiteX1" fmla="*/ 206560 w 267630"/>
                  <a:gd name="connsiteY1" fmla="*/ 35248 h 58051"/>
                  <a:gd name="connsiteX2" fmla="*/ 48634 w 267630"/>
                  <a:gd name="connsiteY2" fmla="*/ 56780 h 58051"/>
                  <a:gd name="connsiteX3" fmla="*/ 54 w 267630"/>
                  <a:gd name="connsiteY3" fmla="*/ 50573 h 58051"/>
                  <a:gd name="connsiteX4" fmla="*/ 64266 w 267630"/>
                  <a:gd name="connsiteY4" fmla="*/ 30420 h 58051"/>
                  <a:gd name="connsiteX5" fmla="*/ 224873 w 267630"/>
                  <a:gd name="connsiteY5" fmla="*/ 7663 h 58051"/>
                  <a:gd name="connsiteX6" fmla="*/ 267631 w 267630"/>
                  <a:gd name="connsiteY6" fmla="*/ 0 h 58051"/>
                  <a:gd name="connsiteX7" fmla="*/ 251463 w 267630"/>
                  <a:gd name="connsiteY7" fmla="*/ 46129 h 58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7630" h="58051">
                    <a:moveTo>
                      <a:pt x="251463" y="46129"/>
                    </a:moveTo>
                    <a:cubicBezTo>
                      <a:pt x="236138" y="38466"/>
                      <a:pt x="236138" y="38466"/>
                      <a:pt x="206560" y="35248"/>
                    </a:cubicBezTo>
                    <a:cubicBezTo>
                      <a:pt x="143420" y="28428"/>
                      <a:pt x="111774" y="51799"/>
                      <a:pt x="48634" y="56780"/>
                    </a:cubicBezTo>
                    <a:cubicBezTo>
                      <a:pt x="41125" y="57393"/>
                      <a:pt x="1663" y="61530"/>
                      <a:pt x="54" y="50573"/>
                    </a:cubicBezTo>
                    <a:cubicBezTo>
                      <a:pt x="-2015" y="36397"/>
                      <a:pt x="56220" y="31646"/>
                      <a:pt x="64266" y="30420"/>
                    </a:cubicBezTo>
                    <a:cubicBezTo>
                      <a:pt x="133153" y="20229"/>
                      <a:pt x="156064" y="17930"/>
                      <a:pt x="224873" y="7663"/>
                    </a:cubicBezTo>
                    <a:cubicBezTo>
                      <a:pt x="239202" y="5517"/>
                      <a:pt x="253378" y="2605"/>
                      <a:pt x="267631" y="0"/>
                    </a:cubicBezTo>
                    <a:cubicBezTo>
                      <a:pt x="259125" y="23141"/>
                      <a:pt x="259125" y="30804"/>
                      <a:pt x="251463" y="46129"/>
                    </a:cubicBezTo>
                    <a:close/>
                  </a:path>
                </a:pathLst>
              </a:custGeom>
              <a:solidFill>
                <a:srgbClr val="AD6234"/>
              </a:solidFill>
              <a:ln w="7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22" name="자유형: 도형 238">
              <a:extLst>
                <a:ext uri="{FF2B5EF4-FFF2-40B4-BE49-F238E27FC236}">
                  <a16:creationId xmlns:a16="http://schemas.microsoft.com/office/drawing/2014/main" id="{17823770-4628-1EFA-12E3-472BCA6A378C}"/>
                </a:ext>
              </a:extLst>
            </p:cNvPr>
            <p:cNvSpPr/>
            <p:nvPr/>
          </p:nvSpPr>
          <p:spPr>
            <a:xfrm>
              <a:off x="4411189" y="3099062"/>
              <a:ext cx="2656146" cy="1690102"/>
            </a:xfrm>
            <a:custGeom>
              <a:avLst/>
              <a:gdLst>
                <a:gd name="connsiteX0" fmla="*/ 2542328 w 2656146"/>
                <a:gd name="connsiteY0" fmla="*/ 385031 h 1690102"/>
                <a:gd name="connsiteX1" fmla="*/ 2516735 w 2656146"/>
                <a:gd name="connsiteY1" fmla="*/ 296145 h 1690102"/>
                <a:gd name="connsiteX2" fmla="*/ 2540336 w 2656146"/>
                <a:gd name="connsiteY2" fmla="*/ 33473 h 1690102"/>
                <a:gd name="connsiteX3" fmla="*/ 2354518 w 2656146"/>
                <a:gd name="connsiteY3" fmla="*/ 62130 h 1690102"/>
                <a:gd name="connsiteX4" fmla="*/ 1776837 w 2656146"/>
                <a:gd name="connsiteY4" fmla="*/ 245343 h 1690102"/>
                <a:gd name="connsiteX5" fmla="*/ 926752 w 2656146"/>
                <a:gd name="connsiteY5" fmla="*/ 700499 h 1690102"/>
                <a:gd name="connsiteX6" fmla="*/ 724920 w 2656146"/>
                <a:gd name="connsiteY6" fmla="*/ 800343 h 1690102"/>
                <a:gd name="connsiteX7" fmla="*/ 709748 w 2656146"/>
                <a:gd name="connsiteY7" fmla="*/ 551462 h 1690102"/>
                <a:gd name="connsiteX8" fmla="*/ 697947 w 2656146"/>
                <a:gd name="connsiteY8" fmla="*/ 428018 h 1690102"/>
                <a:gd name="connsiteX9" fmla="*/ 628448 w 2656146"/>
                <a:gd name="connsiteY9" fmla="*/ 210325 h 1690102"/>
                <a:gd name="connsiteX10" fmla="*/ 614502 w 2656146"/>
                <a:gd name="connsiteY10" fmla="*/ 190019 h 1690102"/>
                <a:gd name="connsiteX11" fmla="*/ 579024 w 2656146"/>
                <a:gd name="connsiteY11" fmla="*/ 108336 h 1690102"/>
                <a:gd name="connsiteX12" fmla="*/ 479258 w 2656146"/>
                <a:gd name="connsiteY12" fmla="*/ 3435 h 1690102"/>
                <a:gd name="connsiteX13" fmla="*/ 219956 w 2656146"/>
                <a:gd name="connsiteY13" fmla="*/ 332236 h 1690102"/>
                <a:gd name="connsiteX14" fmla="*/ 25710 w 2656146"/>
                <a:gd name="connsiteY14" fmla="*/ 947004 h 1690102"/>
                <a:gd name="connsiteX15" fmla="*/ 197198 w 2656146"/>
                <a:gd name="connsiteY15" fmla="*/ 1657937 h 1690102"/>
                <a:gd name="connsiteX16" fmla="*/ 378801 w 2656146"/>
                <a:gd name="connsiteY16" fmla="*/ 1690044 h 1690102"/>
                <a:gd name="connsiteX17" fmla="*/ 1198083 w 2656146"/>
                <a:gd name="connsiteY17" fmla="*/ 1400782 h 1690102"/>
                <a:gd name="connsiteX18" fmla="*/ 1979819 w 2656146"/>
                <a:gd name="connsiteY18" fmla="*/ 952751 h 1690102"/>
                <a:gd name="connsiteX19" fmla="*/ 2513517 w 2656146"/>
                <a:gd name="connsiteY19" fmla="*/ 615215 h 1690102"/>
                <a:gd name="connsiteX20" fmla="*/ 2649834 w 2656146"/>
                <a:gd name="connsiteY20" fmla="*/ 492460 h 1690102"/>
                <a:gd name="connsiteX21" fmla="*/ 2542328 w 2656146"/>
                <a:gd name="connsiteY21" fmla="*/ 385031 h 169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56146" h="1690102">
                  <a:moveTo>
                    <a:pt x="2542328" y="385031"/>
                  </a:moveTo>
                  <a:cubicBezTo>
                    <a:pt x="2530681" y="356450"/>
                    <a:pt x="2518191" y="327792"/>
                    <a:pt x="2516735" y="296145"/>
                  </a:cubicBezTo>
                  <a:cubicBezTo>
                    <a:pt x="2512597" y="206877"/>
                    <a:pt x="2500337" y="117531"/>
                    <a:pt x="2540336" y="33473"/>
                  </a:cubicBezTo>
                  <a:cubicBezTo>
                    <a:pt x="2494284" y="41672"/>
                    <a:pt x="2377199" y="58069"/>
                    <a:pt x="2354518" y="62130"/>
                  </a:cubicBezTo>
                  <a:cubicBezTo>
                    <a:pt x="2156134" y="97991"/>
                    <a:pt x="1962348" y="167797"/>
                    <a:pt x="1776837" y="245343"/>
                  </a:cubicBezTo>
                  <a:cubicBezTo>
                    <a:pt x="1480985" y="368940"/>
                    <a:pt x="1190114" y="518283"/>
                    <a:pt x="926752" y="700499"/>
                  </a:cubicBezTo>
                  <a:cubicBezTo>
                    <a:pt x="904453" y="715901"/>
                    <a:pt x="721854" y="861107"/>
                    <a:pt x="724920" y="800343"/>
                  </a:cubicBezTo>
                  <a:cubicBezTo>
                    <a:pt x="729057" y="716820"/>
                    <a:pt x="719785" y="634218"/>
                    <a:pt x="709748" y="551462"/>
                  </a:cubicBezTo>
                  <a:cubicBezTo>
                    <a:pt x="704767" y="510467"/>
                    <a:pt x="704307" y="469473"/>
                    <a:pt x="697947" y="428018"/>
                  </a:cubicBezTo>
                  <a:cubicBezTo>
                    <a:pt x="686070" y="350550"/>
                    <a:pt x="653581" y="282123"/>
                    <a:pt x="628448" y="210325"/>
                  </a:cubicBezTo>
                  <a:cubicBezTo>
                    <a:pt x="625612" y="202279"/>
                    <a:pt x="621705" y="194770"/>
                    <a:pt x="614502" y="190019"/>
                  </a:cubicBezTo>
                  <a:cubicBezTo>
                    <a:pt x="618563" y="156227"/>
                    <a:pt x="596035" y="132856"/>
                    <a:pt x="579024" y="108336"/>
                  </a:cubicBezTo>
                  <a:cubicBezTo>
                    <a:pt x="551362" y="68414"/>
                    <a:pt x="525003" y="26500"/>
                    <a:pt x="479258" y="3435"/>
                  </a:cubicBezTo>
                  <a:cubicBezTo>
                    <a:pt x="400103" y="-36487"/>
                    <a:pt x="243097" y="283732"/>
                    <a:pt x="219956" y="332236"/>
                  </a:cubicBezTo>
                  <a:cubicBezTo>
                    <a:pt x="128388" y="524490"/>
                    <a:pt x="56590" y="733602"/>
                    <a:pt x="25710" y="947004"/>
                  </a:cubicBezTo>
                  <a:cubicBezTo>
                    <a:pt x="-5783" y="1164238"/>
                    <a:pt x="-53598" y="1548209"/>
                    <a:pt x="197198" y="1657937"/>
                  </a:cubicBezTo>
                  <a:cubicBezTo>
                    <a:pt x="253978" y="1682764"/>
                    <a:pt x="316888" y="1690886"/>
                    <a:pt x="378801" y="1690044"/>
                  </a:cubicBezTo>
                  <a:cubicBezTo>
                    <a:pt x="668829" y="1686366"/>
                    <a:pt x="946981" y="1530432"/>
                    <a:pt x="1198083" y="1400782"/>
                  </a:cubicBezTo>
                  <a:cubicBezTo>
                    <a:pt x="1465047" y="1262932"/>
                    <a:pt x="1724272" y="1110600"/>
                    <a:pt x="1979819" y="952751"/>
                  </a:cubicBezTo>
                  <a:cubicBezTo>
                    <a:pt x="2158893" y="842104"/>
                    <a:pt x="2336205" y="728698"/>
                    <a:pt x="2513517" y="615215"/>
                  </a:cubicBezTo>
                  <a:cubicBezTo>
                    <a:pt x="2545393" y="594832"/>
                    <a:pt x="2687533" y="517440"/>
                    <a:pt x="2649834" y="492460"/>
                  </a:cubicBezTo>
                  <a:cubicBezTo>
                    <a:pt x="2616885" y="470852"/>
                    <a:pt x="2556504" y="420126"/>
                    <a:pt x="2542328" y="385031"/>
                  </a:cubicBezTo>
                  <a:close/>
                </a:path>
              </a:pathLst>
            </a:custGeom>
            <a:solidFill>
              <a:srgbClr val="08A4D5"/>
            </a:solidFill>
            <a:ln w="7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4" name="Espace réservé du numéro de diapositive 53">
            <a:extLst>
              <a:ext uri="{FF2B5EF4-FFF2-40B4-BE49-F238E27FC236}">
                <a16:creationId xmlns:a16="http://schemas.microsoft.com/office/drawing/2014/main" id="{756B35D1-6A77-7926-AA07-153B1FF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C505-E91C-49D4-8DC4-D4159ED9F74B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31580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3B40ED7CC6E40B231FB5C63B5CF0F" ma:contentTypeVersion="6" ma:contentTypeDescription="Crée un document." ma:contentTypeScope="" ma:versionID="b8ae3a1a31a67951ae53c59484b12670">
  <xsd:schema xmlns:xsd="http://www.w3.org/2001/XMLSchema" xmlns:xs="http://www.w3.org/2001/XMLSchema" xmlns:p="http://schemas.microsoft.com/office/2006/metadata/properties" xmlns:ns3="9f9ea846-f830-4991-afa0-2320b95977f1" targetNamespace="http://schemas.microsoft.com/office/2006/metadata/properties" ma:root="true" ma:fieldsID="0205ba844c3e47ed336fbdc466663240" ns3:_="">
    <xsd:import namespace="9f9ea846-f830-4991-afa0-2320b95977f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ea846-f830-4991-afa0-2320b95977f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9ea846-f830-4991-afa0-2320b95977f1" xsi:nil="true"/>
  </documentManagement>
</p:properties>
</file>

<file path=customXml/itemProps1.xml><?xml version="1.0" encoding="utf-8"?>
<ds:datastoreItem xmlns:ds="http://schemas.openxmlformats.org/officeDocument/2006/customXml" ds:itemID="{8F367001-A2B3-4CFD-A811-8D5CA72FC4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9ea846-f830-4991-afa0-2320b95977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380582-02A5-400E-84DF-A9F39559D8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9463AC-5DC1-4DED-A26F-D97A5442D00A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9f9ea846-f830-4991-afa0-2320b95977f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1567</Words>
  <Application>Microsoft Office PowerPoint</Application>
  <PresentationFormat>Grand écran</PresentationFormat>
  <Paragraphs>192</Paragraphs>
  <Slides>23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</vt:lpstr>
      <vt:lpstr>Courier New</vt:lpstr>
      <vt:lpstr>DM Mono</vt:lpstr>
      <vt:lpstr>Dubai</vt:lpstr>
      <vt:lpstr>Google Sans Text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Lamine DEMBELE</dc:creator>
  <cp:lastModifiedBy>Lamine Dembele</cp:lastModifiedBy>
  <cp:revision>5</cp:revision>
  <dcterms:created xsi:type="dcterms:W3CDTF">2025-06-02T21:24:25Z</dcterms:created>
  <dcterms:modified xsi:type="dcterms:W3CDTF">2025-06-03T14:32:52Z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0x0101004ED3B40ED7CC6E40B231FB5C63B5CF0F</vt:lpwstr>
  </property>
</Properties>
</file>